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24"/>
  </p:notesMasterIdLst>
  <p:handoutMasterIdLst>
    <p:handoutMasterId r:id="rId25"/>
  </p:handoutMasterIdLst>
  <p:sldIdLst>
    <p:sldId id="392" r:id="rId3"/>
    <p:sldId id="257" r:id="rId4"/>
    <p:sldId id="261" r:id="rId5"/>
    <p:sldId id="450" r:id="rId6"/>
    <p:sldId id="451" r:id="rId7"/>
    <p:sldId id="452" r:id="rId8"/>
    <p:sldId id="453" r:id="rId9"/>
    <p:sldId id="454" r:id="rId10"/>
    <p:sldId id="455" r:id="rId11"/>
    <p:sldId id="446" r:id="rId12"/>
    <p:sldId id="456" r:id="rId13"/>
    <p:sldId id="447" r:id="rId14"/>
    <p:sldId id="457" r:id="rId15"/>
    <p:sldId id="458" r:id="rId16"/>
    <p:sldId id="445" r:id="rId17"/>
    <p:sldId id="459" r:id="rId18"/>
    <p:sldId id="460" r:id="rId19"/>
    <p:sldId id="448" r:id="rId20"/>
    <p:sldId id="461" r:id="rId21"/>
    <p:sldId id="462" r:id="rId22"/>
    <p:sldId id="443" r:id="rId23"/>
  </p:sldIdLst>
  <p:sldSz cx="24384000" cy="13716000"/>
  <p:notesSz cx="9928225" cy="6797675"/>
  <p:defaultTextStyle>
    <a:defPPr marL="0" marR="0" indent="0" algn="l" defTabSz="914389"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195"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389"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584"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778"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5973"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167"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362"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556" algn="ctr" defTabSz="82549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7835" userDrawn="1">
          <p15:clr>
            <a:srgbClr val="A4A3A4"/>
          </p15:clr>
        </p15:guide>
        <p15:guide id="2" orient="horz" pos="2029" userDrawn="1">
          <p15:clr>
            <a:srgbClr val="A4A3A4"/>
          </p15:clr>
        </p15:guide>
        <p15:guide id="3" pos="921" userDrawn="1">
          <p15:clr>
            <a:srgbClr val="A4A3A4"/>
          </p15:clr>
        </p15:guide>
        <p15:guide id="4" pos="14484" userDrawn="1">
          <p15:clr>
            <a:srgbClr val="A4A3A4"/>
          </p15:clr>
        </p15:guide>
        <p15:guide id="5" orient="horz" pos="7814" userDrawn="1">
          <p15:clr>
            <a:srgbClr val="A4A3A4"/>
          </p15:clr>
        </p15:guide>
        <p15:guide id="6" orient="horz" pos="7518" userDrawn="1">
          <p15:clr>
            <a:srgbClr val="A4A3A4"/>
          </p15:clr>
        </p15:guide>
        <p15:guide id="7" orient="horz" pos="6000" userDrawn="1">
          <p15:clr>
            <a:srgbClr val="A4A3A4"/>
          </p15:clr>
        </p15:guide>
        <p15:guide id="8" orient="horz" pos="5635" userDrawn="1">
          <p15:clr>
            <a:srgbClr val="A4A3A4"/>
          </p15:clr>
        </p15:guide>
        <p15:guide id="9" pos="5617" userDrawn="1">
          <p15:clr>
            <a:srgbClr val="A4A3A4"/>
          </p15:clr>
        </p15:guide>
        <p15:guide id="10" orient="horz" pos="3368" userDrawn="1">
          <p15:clr>
            <a:srgbClr val="A4A3A4"/>
          </p15:clr>
        </p15:guide>
        <p15:guide id="11" orient="horz" pos="2732" userDrawn="1">
          <p15:clr>
            <a:srgbClr val="A4A3A4"/>
          </p15:clr>
        </p15:guide>
        <p15:guide id="12" pos="2737" userDrawn="1">
          <p15:clr>
            <a:srgbClr val="A4A3A4"/>
          </p15:clr>
        </p15:guide>
        <p15:guide id="13" pos="3303" userDrawn="1">
          <p15:clr>
            <a:srgbClr val="A4A3A4"/>
          </p15:clr>
        </p15:guide>
        <p15:guide id="14" pos="1969" userDrawn="1">
          <p15:clr>
            <a:srgbClr val="A4A3A4"/>
          </p15:clr>
        </p15:guide>
        <p15:guide id="15" pos="6410" userDrawn="1">
          <p15:clr>
            <a:srgbClr val="A4A3A4"/>
          </p15:clr>
        </p15:guide>
        <p15:guide id="16" pos="8791" userDrawn="1">
          <p15:clr>
            <a:srgbClr val="A4A3A4"/>
          </p15:clr>
        </p15:guide>
        <p15:guide id="17" pos="14144" userDrawn="1">
          <p15:clr>
            <a:srgbClr val="A4A3A4"/>
          </p15:clr>
        </p15:guide>
        <p15:guide id="18" pos="9449" userDrawn="1">
          <p15:clr>
            <a:srgbClr val="A4A3A4"/>
          </p15:clr>
        </p15:guide>
        <p15:guide id="19" pos="9835" userDrawn="1">
          <p15:clr>
            <a:srgbClr val="A4A3A4"/>
          </p15:clr>
        </p15:guide>
        <p15:guide id="20" pos="11786" userDrawn="1">
          <p15:clr>
            <a:srgbClr val="A4A3A4"/>
          </p15:clr>
        </p15:guide>
        <p15:guide id="21" pos="12217" userDrawn="1">
          <p15:clr>
            <a:srgbClr val="A4A3A4"/>
          </p15:clr>
        </p15:guide>
        <p15:guide id="22" pos="8089" userDrawn="1">
          <p15:clr>
            <a:srgbClr val="A4A3A4"/>
          </p15:clr>
        </p15:guide>
        <p15:guide id="23" pos="4528" userDrawn="1">
          <p15:clr>
            <a:srgbClr val="A4A3A4"/>
          </p15:clr>
        </p15:guide>
        <p15:guide id="24" orient="horz" pos="2640" userDrawn="1">
          <p15:clr>
            <a:srgbClr val="A4A3A4"/>
          </p15:clr>
        </p15:guide>
        <p15:guide id="25" pos="722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Апакин Михаил Александрович" initials="АМА" lastIdx="0" clrIdx="0">
    <p:extLst>
      <p:ext uri="{19B8F6BF-5375-455C-9EA6-DF929625EA0E}">
        <p15:presenceInfo xmlns:p15="http://schemas.microsoft.com/office/powerpoint/2012/main" userId="S-1-5-21-3840247747-1450702109-120892074-122389" providerId="AD"/>
      </p:ext>
    </p:extLst>
  </p:cmAuthor>
  <p:cmAuthor id="2" name="Светлана Корытова" initials="СК" lastIdx="2" clrIdx="1">
    <p:extLst>
      <p:ext uri="{19B8F6BF-5375-455C-9EA6-DF929625EA0E}">
        <p15:presenceInfo xmlns:p15="http://schemas.microsoft.com/office/powerpoint/2012/main" userId="174a7ca35980dd9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a:srgbClr val="FFFFFF"/>
    <a:srgbClr val="FDFDFD"/>
    <a:srgbClr val="F9F9FB"/>
    <a:srgbClr val="EFF0EF"/>
    <a:srgbClr val="C81240"/>
    <a:srgbClr val="E63542"/>
    <a:srgbClr val="FF5F61"/>
    <a:srgbClr val="D3E0E4"/>
    <a:srgbClr val="5CA8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08" autoAdjust="0"/>
    <p:restoredTop sz="91024" autoAdjust="0"/>
  </p:normalViewPr>
  <p:slideViewPr>
    <p:cSldViewPr snapToGrid="0" snapToObjects="1">
      <p:cViewPr>
        <p:scale>
          <a:sx n="33" d="100"/>
          <a:sy n="33" d="100"/>
        </p:scale>
        <p:origin x="861" y="213"/>
      </p:cViewPr>
      <p:guideLst>
        <p:guide orient="horz" pos="7835"/>
        <p:guide orient="horz" pos="2029"/>
        <p:guide pos="921"/>
        <p:guide pos="14484"/>
        <p:guide orient="horz" pos="7814"/>
        <p:guide orient="horz" pos="7518"/>
        <p:guide orient="horz" pos="6000"/>
        <p:guide orient="horz" pos="5635"/>
        <p:guide pos="5617"/>
        <p:guide orient="horz" pos="3368"/>
        <p:guide orient="horz" pos="2732"/>
        <p:guide pos="2737"/>
        <p:guide pos="3303"/>
        <p:guide pos="1969"/>
        <p:guide pos="6410"/>
        <p:guide pos="8791"/>
        <p:guide pos="14144"/>
        <p:guide pos="9449"/>
        <p:guide pos="9835"/>
        <p:guide pos="11786"/>
        <p:guide pos="12217"/>
        <p:guide pos="8089"/>
        <p:guide pos="4528"/>
        <p:guide orient="horz" pos="2640"/>
        <p:guide pos="7226"/>
      </p:guideLst>
    </p:cSldViewPr>
  </p:slideViewPr>
  <p:notesTextViewPr>
    <p:cViewPr>
      <p:scale>
        <a:sx n="1" d="1"/>
        <a:sy n="1" d="1"/>
      </p:scale>
      <p:origin x="0" y="0"/>
    </p:cViewPr>
  </p:notesTextViewPr>
  <p:sorterViewPr>
    <p:cViewPr>
      <p:scale>
        <a:sx n="57" d="100"/>
        <a:sy n="57" d="100"/>
      </p:scale>
      <p:origin x="0" y="0"/>
    </p:cViewPr>
  </p:sorterViewPr>
  <p:notesViewPr>
    <p:cSldViewPr snapToGrid="0" snapToObjects="1">
      <p:cViewPr varScale="1">
        <p:scale>
          <a:sx n="87" d="100"/>
          <a:sy n="87" d="100"/>
        </p:scale>
        <p:origin x="1848" y="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9642D926-E079-1C43-78F1-C2634BAE59F2}"/>
              </a:ext>
            </a:extLst>
          </p:cNvPr>
          <p:cNvSpPr>
            <a:spLocks noGrp="1"/>
          </p:cNvSpPr>
          <p:nvPr>
            <p:ph type="hdr" sz="quarter"/>
          </p:nvPr>
        </p:nvSpPr>
        <p:spPr>
          <a:xfrm>
            <a:off x="0" y="0"/>
            <a:ext cx="4302125" cy="341313"/>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9A324DC4-BCC9-CDD3-B3AE-F0041C2F345A}"/>
              </a:ext>
            </a:extLst>
          </p:cNvPr>
          <p:cNvSpPr>
            <a:spLocks noGrp="1"/>
          </p:cNvSpPr>
          <p:nvPr>
            <p:ph type="dt" sz="quarter" idx="1"/>
          </p:nvPr>
        </p:nvSpPr>
        <p:spPr>
          <a:xfrm>
            <a:off x="5622925" y="0"/>
            <a:ext cx="4303713" cy="341313"/>
          </a:xfrm>
          <a:prstGeom prst="rect">
            <a:avLst/>
          </a:prstGeom>
        </p:spPr>
        <p:txBody>
          <a:bodyPr vert="horz" lIns="91440" tIns="45720" rIns="91440" bIns="45720" rtlCol="0"/>
          <a:lstStyle>
            <a:lvl1pPr algn="r">
              <a:defRPr sz="1200"/>
            </a:lvl1pPr>
          </a:lstStyle>
          <a:p>
            <a:fld id="{BF52F246-F73D-45E2-9F41-142DBE0880D0}" type="datetimeFigureOut">
              <a:rPr lang="ru-RU" smtClean="0"/>
              <a:t>14.06.2026</a:t>
            </a:fld>
            <a:endParaRPr lang="ru-RU"/>
          </a:p>
        </p:txBody>
      </p:sp>
      <p:sp>
        <p:nvSpPr>
          <p:cNvPr id="4" name="Нижний колонтитул 3">
            <a:extLst>
              <a:ext uri="{FF2B5EF4-FFF2-40B4-BE49-F238E27FC236}">
                <a16:creationId xmlns:a16="http://schemas.microsoft.com/office/drawing/2014/main" id="{EAFD7C1C-1BAD-BDAE-C016-EDBB1CE094D6}"/>
              </a:ext>
            </a:extLst>
          </p:cNvPr>
          <p:cNvSpPr>
            <a:spLocks noGrp="1"/>
          </p:cNvSpPr>
          <p:nvPr>
            <p:ph type="ftr" sz="quarter" idx="2"/>
          </p:nvPr>
        </p:nvSpPr>
        <p:spPr>
          <a:xfrm>
            <a:off x="0" y="6456363"/>
            <a:ext cx="4302125" cy="341312"/>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B634D5B6-F934-9ADB-FA66-ECC7AC603144}"/>
              </a:ext>
            </a:extLst>
          </p:cNvPr>
          <p:cNvSpPr>
            <a:spLocks noGrp="1"/>
          </p:cNvSpPr>
          <p:nvPr>
            <p:ph type="sldNum" sz="quarter" idx="3"/>
          </p:nvPr>
        </p:nvSpPr>
        <p:spPr>
          <a:xfrm>
            <a:off x="5622925" y="6456363"/>
            <a:ext cx="4303713" cy="341312"/>
          </a:xfrm>
          <a:prstGeom prst="rect">
            <a:avLst/>
          </a:prstGeom>
        </p:spPr>
        <p:txBody>
          <a:bodyPr vert="horz" lIns="91440" tIns="45720" rIns="91440" bIns="45720" rtlCol="0" anchor="b"/>
          <a:lstStyle>
            <a:lvl1pPr algn="r">
              <a:defRPr sz="1200"/>
            </a:lvl1pPr>
          </a:lstStyle>
          <a:p>
            <a:fld id="{108E11C1-83C5-430E-8196-D3A36C7AB2BA}" type="slidenum">
              <a:rPr lang="ru-RU" smtClean="0"/>
              <a:t>‹#›</a:t>
            </a:fld>
            <a:endParaRPr lang="ru-RU"/>
          </a:p>
        </p:txBody>
      </p:sp>
    </p:spTree>
    <p:extLst>
      <p:ext uri="{BB962C8B-B14F-4D97-AF65-F5344CB8AC3E}">
        <p14:creationId xmlns:p14="http://schemas.microsoft.com/office/powerpoint/2010/main" val="1740957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4" name="Shape 44"/>
          <p:cNvSpPr>
            <a:spLocks noGrp="1" noRot="1" noChangeAspect="1"/>
          </p:cNvSpPr>
          <p:nvPr>
            <p:ph type="sldImg"/>
          </p:nvPr>
        </p:nvSpPr>
        <p:spPr>
          <a:xfrm>
            <a:off x="2697163" y="509588"/>
            <a:ext cx="4533900" cy="2549525"/>
          </a:xfrm>
          <a:prstGeom prst="rect">
            <a:avLst/>
          </a:prstGeom>
        </p:spPr>
        <p:txBody>
          <a:bodyPr/>
          <a:lstStyle/>
          <a:p>
            <a:endParaRPr dirty="0"/>
          </a:p>
        </p:txBody>
      </p:sp>
      <p:sp>
        <p:nvSpPr>
          <p:cNvPr id="45" name="Shape 45"/>
          <p:cNvSpPr>
            <a:spLocks noGrp="1"/>
          </p:cNvSpPr>
          <p:nvPr>
            <p:ph type="body" sz="quarter" idx="1"/>
          </p:nvPr>
        </p:nvSpPr>
        <p:spPr>
          <a:xfrm>
            <a:off x="1323764" y="3228896"/>
            <a:ext cx="7280698" cy="3058954"/>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195" latinLnBrk="0">
      <a:lnSpc>
        <a:spcPct val="117999"/>
      </a:lnSpc>
      <a:defRPr sz="2200" b="1" i="0">
        <a:latin typeface="Arial" panose="020B0604020202020204" pitchFamily="34" charset="0"/>
        <a:ea typeface="Helvetica Neue"/>
        <a:cs typeface="Arial" panose="020B0604020202020204" pitchFamily="34" charset="0"/>
        <a:sym typeface="Helvetica Neue"/>
      </a:defRPr>
    </a:lvl1pPr>
    <a:lvl2pPr indent="228597" defTabSz="457195" latinLnBrk="0">
      <a:lnSpc>
        <a:spcPct val="117999"/>
      </a:lnSpc>
      <a:defRPr sz="2200">
        <a:latin typeface="Helvetica Neue"/>
        <a:ea typeface="Helvetica Neue"/>
        <a:cs typeface="Helvetica Neue"/>
        <a:sym typeface="Helvetica Neue"/>
      </a:defRPr>
    </a:lvl2pPr>
    <a:lvl3pPr indent="457195" defTabSz="457195" latinLnBrk="0">
      <a:lnSpc>
        <a:spcPct val="117999"/>
      </a:lnSpc>
      <a:defRPr sz="2200">
        <a:latin typeface="Helvetica Neue"/>
        <a:ea typeface="Helvetica Neue"/>
        <a:cs typeface="Helvetica Neue"/>
        <a:sym typeface="Helvetica Neue"/>
      </a:defRPr>
    </a:lvl3pPr>
    <a:lvl4pPr indent="685792" defTabSz="457195" latinLnBrk="0">
      <a:lnSpc>
        <a:spcPct val="117999"/>
      </a:lnSpc>
      <a:defRPr sz="2200">
        <a:latin typeface="Helvetica Neue"/>
        <a:ea typeface="Helvetica Neue"/>
        <a:cs typeface="Helvetica Neue"/>
        <a:sym typeface="Helvetica Neue"/>
      </a:defRPr>
    </a:lvl4pPr>
    <a:lvl5pPr indent="914389" defTabSz="457195" latinLnBrk="0">
      <a:lnSpc>
        <a:spcPct val="117999"/>
      </a:lnSpc>
      <a:defRPr sz="2200">
        <a:latin typeface="Helvetica Neue"/>
        <a:ea typeface="Helvetica Neue"/>
        <a:cs typeface="Helvetica Neue"/>
        <a:sym typeface="Helvetica Neue"/>
      </a:defRPr>
    </a:lvl5pPr>
    <a:lvl6pPr indent="1142986" defTabSz="457195" latinLnBrk="0">
      <a:lnSpc>
        <a:spcPct val="117999"/>
      </a:lnSpc>
      <a:defRPr sz="2200">
        <a:latin typeface="Helvetica Neue"/>
        <a:ea typeface="Helvetica Neue"/>
        <a:cs typeface="Helvetica Neue"/>
        <a:sym typeface="Helvetica Neue"/>
      </a:defRPr>
    </a:lvl6pPr>
    <a:lvl7pPr indent="1371584" defTabSz="457195" latinLnBrk="0">
      <a:lnSpc>
        <a:spcPct val="117999"/>
      </a:lnSpc>
      <a:defRPr sz="2200">
        <a:latin typeface="Helvetica Neue"/>
        <a:ea typeface="Helvetica Neue"/>
        <a:cs typeface="Helvetica Neue"/>
        <a:sym typeface="Helvetica Neue"/>
      </a:defRPr>
    </a:lvl7pPr>
    <a:lvl8pPr indent="1600181" defTabSz="457195" latinLnBrk="0">
      <a:lnSpc>
        <a:spcPct val="117999"/>
      </a:lnSpc>
      <a:defRPr sz="2200">
        <a:latin typeface="Helvetica Neue"/>
        <a:ea typeface="Helvetica Neue"/>
        <a:cs typeface="Helvetica Neue"/>
        <a:sym typeface="Helvetica Neue"/>
      </a:defRPr>
    </a:lvl8pPr>
    <a:lvl9pPr indent="1828778" defTabSz="457195"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bg>
      <p:bgPr>
        <a:solidFill>
          <a:schemeClr val="bg2"/>
        </a:solidFill>
        <a:effectLst/>
      </p:bgPr>
    </p:bg>
    <p:spTree>
      <p:nvGrpSpPr>
        <p:cNvPr id="1" name=""/>
        <p:cNvGrpSpPr/>
        <p:nvPr/>
      </p:nvGrpSpPr>
      <p:grpSpPr>
        <a:xfrm>
          <a:off x="0" y="0"/>
          <a:ext cx="0" cy="0"/>
          <a:chOff x="0" y="0"/>
          <a:chExt cx="0" cy="0"/>
        </a:xfrm>
      </p:grpSpPr>
      <p:sp>
        <p:nvSpPr>
          <p:cNvPr id="10" name="Circle">
            <a:extLst>
              <a:ext uri="{FF2B5EF4-FFF2-40B4-BE49-F238E27FC236}">
                <a16:creationId xmlns:a16="http://schemas.microsoft.com/office/drawing/2014/main" id="{F45B0D71-897C-4EB0-46E0-FB6CB6B7B520}"/>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14" name="TextBox 13">
            <a:extLst>
              <a:ext uri="{FF2B5EF4-FFF2-40B4-BE49-F238E27FC236}">
                <a16:creationId xmlns:a16="http://schemas.microsoft.com/office/drawing/2014/main" id="{8B6A0843-726A-3A59-EE52-9E2E5CFD50FB}"/>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6" name="Рисунок 5">
            <a:extLst>
              <a:ext uri="{FF2B5EF4-FFF2-40B4-BE49-F238E27FC236}">
                <a16:creationId xmlns:a16="http://schemas.microsoft.com/office/drawing/2014/main" id="{3902CFB0-D572-BEF3-4C22-35C7B16C92A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558759" y="742369"/>
            <a:ext cx="2688063" cy="1176028"/>
          </a:xfrm>
          <a:prstGeom prst="rect">
            <a:avLst/>
          </a:prstGeom>
        </p:spPr>
      </p:pic>
    </p:spTree>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0_Red">
    <p:bg>
      <p:bgPr>
        <a:solidFill>
          <a:schemeClr val="bg2"/>
        </a:solidFill>
        <a:effectLst/>
      </p:bgPr>
    </p:bg>
    <p:spTree>
      <p:nvGrpSpPr>
        <p:cNvPr id="1" name=""/>
        <p:cNvGrpSpPr/>
        <p:nvPr/>
      </p:nvGrpSpPr>
      <p:grpSpPr>
        <a:xfrm>
          <a:off x="0" y="0"/>
          <a:ext cx="0" cy="0"/>
          <a:chOff x="0" y="0"/>
          <a:chExt cx="0" cy="0"/>
        </a:xfrm>
      </p:grpSpPr>
      <p:sp>
        <p:nvSpPr>
          <p:cNvPr id="7" name="Rectangle">
            <a:extLst>
              <a:ext uri="{FF2B5EF4-FFF2-40B4-BE49-F238E27FC236}">
                <a16:creationId xmlns:a16="http://schemas.microsoft.com/office/drawing/2014/main" id="{EE11BFFA-23E6-49E3-A942-F58919D39390}"/>
              </a:ext>
            </a:extLst>
          </p:cNvPr>
          <p:cNvSpPr/>
          <p:nvPr userDrawn="1"/>
        </p:nvSpPr>
        <p:spPr>
          <a:xfrm>
            <a:off x="-8468" y="7426"/>
            <a:ext cx="24400935" cy="2680910"/>
          </a:xfrm>
          <a:prstGeom prst="rect">
            <a:avLst/>
          </a:prstGeom>
          <a:solidFill>
            <a:schemeClr val="accent2"/>
          </a:solidFill>
          <a:ln w="12700">
            <a:no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Circle">
            <a:extLst>
              <a:ext uri="{FF2B5EF4-FFF2-40B4-BE49-F238E27FC236}">
                <a16:creationId xmlns:a16="http://schemas.microsoft.com/office/drawing/2014/main" id="{C8EC8FE0-0138-72CC-F050-6504FAB4FA84}"/>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39DB37BF-5AF1-C89B-8019-3577DB4285F9}"/>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5" name="Рисунок 4">
            <a:extLst>
              <a:ext uri="{FF2B5EF4-FFF2-40B4-BE49-F238E27FC236}">
                <a16:creationId xmlns:a16="http://schemas.microsoft.com/office/drawing/2014/main" id="{64C8EEEB-4815-E390-57A0-AE879E73A62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558759" y="742369"/>
            <a:ext cx="2688063" cy="1176028"/>
          </a:xfrm>
          <a:prstGeom prst="rect">
            <a:avLst/>
          </a:prstGeom>
        </p:spPr>
      </p:pic>
    </p:spTree>
    <p:extLst>
      <p:ext uri="{BB962C8B-B14F-4D97-AF65-F5344CB8AC3E}">
        <p14:creationId xmlns:p14="http://schemas.microsoft.com/office/powerpoint/2010/main" val="174579365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Subtitle + Photos">
    <p:bg>
      <p:bgPr>
        <a:solidFill>
          <a:schemeClr val="bg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45D3E87-3C0B-F341-A27B-E2D273F59996}"/>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8" name="Picture Placeholder 2">
            <a:extLst>
              <a:ext uri="{FF2B5EF4-FFF2-40B4-BE49-F238E27FC236}">
                <a16:creationId xmlns:a16="http://schemas.microsoft.com/office/drawing/2014/main" id="{5E391CB4-F622-EE43-B7C0-C3795A8A817F}"/>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9" name="Picture Placeholder 2">
            <a:extLst>
              <a:ext uri="{FF2B5EF4-FFF2-40B4-BE49-F238E27FC236}">
                <a16:creationId xmlns:a16="http://schemas.microsoft.com/office/drawing/2014/main" id="{8DCDBF16-3682-A242-9C9E-476989CD5EA2}"/>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0" name="Picture Placeholder 2">
            <a:extLst>
              <a:ext uri="{FF2B5EF4-FFF2-40B4-BE49-F238E27FC236}">
                <a16:creationId xmlns:a16="http://schemas.microsoft.com/office/drawing/2014/main" id="{3456F4FF-644F-E34F-AC43-D48D8A05DF1E}"/>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5" name="Picture Placeholder 2">
            <a:extLst>
              <a:ext uri="{FF2B5EF4-FFF2-40B4-BE49-F238E27FC236}">
                <a16:creationId xmlns:a16="http://schemas.microsoft.com/office/drawing/2014/main" id="{6E67A86B-D2D7-4448-8557-A3A39BC9F7FD}"/>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6" name="Picture Placeholder 2">
            <a:extLst>
              <a:ext uri="{FF2B5EF4-FFF2-40B4-BE49-F238E27FC236}">
                <a16:creationId xmlns:a16="http://schemas.microsoft.com/office/drawing/2014/main" id="{13B8D20F-D046-D946-99FE-1E81A88B9B31}"/>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7" name="Picture Placeholder 2">
            <a:extLst>
              <a:ext uri="{FF2B5EF4-FFF2-40B4-BE49-F238E27FC236}">
                <a16:creationId xmlns:a16="http://schemas.microsoft.com/office/drawing/2014/main" id="{7C0CB0D5-2B46-DD4D-8C04-40F9D2008D42}"/>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8" name="Picture Placeholder 2">
            <a:extLst>
              <a:ext uri="{FF2B5EF4-FFF2-40B4-BE49-F238E27FC236}">
                <a16:creationId xmlns:a16="http://schemas.microsoft.com/office/drawing/2014/main" id="{15A5B861-B62C-8042-958E-38453E093450}"/>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9" name="Picture Placeholder 2">
            <a:extLst>
              <a:ext uri="{FF2B5EF4-FFF2-40B4-BE49-F238E27FC236}">
                <a16:creationId xmlns:a16="http://schemas.microsoft.com/office/drawing/2014/main" id="{4E68379E-C006-DE43-A791-6269DC771BBC}"/>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20" name="Picture Placeholder 2">
            <a:extLst>
              <a:ext uri="{FF2B5EF4-FFF2-40B4-BE49-F238E27FC236}">
                <a16:creationId xmlns:a16="http://schemas.microsoft.com/office/drawing/2014/main" id="{D2AFC5A0-9BEF-D44B-9C18-CB175E90F418}"/>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2" name="Circle">
            <a:extLst>
              <a:ext uri="{FF2B5EF4-FFF2-40B4-BE49-F238E27FC236}">
                <a16:creationId xmlns:a16="http://schemas.microsoft.com/office/drawing/2014/main" id="{1780EDDA-258C-931F-B0A1-E4E70C698017}"/>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4" name="TextBox 3">
            <a:extLst>
              <a:ext uri="{FF2B5EF4-FFF2-40B4-BE49-F238E27FC236}">
                <a16:creationId xmlns:a16="http://schemas.microsoft.com/office/drawing/2014/main" id="{45A778B2-1FAE-607E-FE4E-E79180AC544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pic>
        <p:nvPicPr>
          <p:cNvPr id="5" name="Рисунок 4">
            <a:extLst>
              <a:ext uri="{FF2B5EF4-FFF2-40B4-BE49-F238E27FC236}">
                <a16:creationId xmlns:a16="http://schemas.microsoft.com/office/drawing/2014/main" id="{C8077680-9992-7CA3-67D4-C26C007AC0B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558759" y="742369"/>
            <a:ext cx="2688063" cy="1176028"/>
          </a:xfrm>
          <a:prstGeom prst="rect">
            <a:avLst/>
          </a:prstGeom>
        </p:spPr>
      </p:pic>
    </p:spTree>
    <p:extLst>
      <p:ext uri="{BB962C8B-B14F-4D97-AF65-F5344CB8AC3E}">
        <p14:creationId xmlns:p14="http://schemas.microsoft.com/office/powerpoint/2010/main" val="102101214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Subtitle (without header)">
    <p:bg>
      <p:bgPr>
        <a:solidFill>
          <a:schemeClr val="bg2"/>
        </a:solidFill>
        <a:effectLst/>
      </p:bgPr>
    </p:bg>
    <p:spTree>
      <p:nvGrpSpPr>
        <p:cNvPr id="1" name=""/>
        <p:cNvGrpSpPr/>
        <p:nvPr/>
      </p:nvGrpSpPr>
      <p:grpSpPr>
        <a:xfrm>
          <a:off x="0" y="0"/>
          <a:ext cx="0" cy="0"/>
          <a:chOff x="0" y="0"/>
          <a:chExt cx="0" cy="0"/>
        </a:xfrm>
      </p:grpSpPr>
      <p:sp>
        <p:nvSpPr>
          <p:cNvPr id="2" name="Circle">
            <a:extLst>
              <a:ext uri="{FF2B5EF4-FFF2-40B4-BE49-F238E27FC236}">
                <a16:creationId xmlns:a16="http://schemas.microsoft.com/office/drawing/2014/main" id="{43FBEB1F-7A76-9A45-261E-C90E40F044DB}"/>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79A3E8BA-B8F4-B639-5694-FC4340E808A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Subtitle (without header) + Photos">
    <p:bg>
      <p:bgPr>
        <a:solidFill>
          <a:schemeClr val="bg2"/>
        </a:solidFill>
        <a:effectLst/>
      </p:bgPr>
    </p:bg>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FBAE1344-71FB-214A-985A-C79AE33BAD38}"/>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5" name="Picture Placeholder 2">
            <a:extLst>
              <a:ext uri="{FF2B5EF4-FFF2-40B4-BE49-F238E27FC236}">
                <a16:creationId xmlns:a16="http://schemas.microsoft.com/office/drawing/2014/main" id="{3FAF2F12-F6A2-F94B-94A1-8FC535902C7B}"/>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6" name="Picture Placeholder 2">
            <a:extLst>
              <a:ext uri="{FF2B5EF4-FFF2-40B4-BE49-F238E27FC236}">
                <a16:creationId xmlns:a16="http://schemas.microsoft.com/office/drawing/2014/main" id="{D2D72B2A-0AFA-E744-A788-3DBAB2334098}"/>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7" name="Picture Placeholder 2">
            <a:extLst>
              <a:ext uri="{FF2B5EF4-FFF2-40B4-BE49-F238E27FC236}">
                <a16:creationId xmlns:a16="http://schemas.microsoft.com/office/drawing/2014/main" id="{C86CE5F9-F76C-5447-854F-C41CDBCF8B4D}"/>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8" name="Picture Placeholder 2">
            <a:extLst>
              <a:ext uri="{FF2B5EF4-FFF2-40B4-BE49-F238E27FC236}">
                <a16:creationId xmlns:a16="http://schemas.microsoft.com/office/drawing/2014/main" id="{AD67D36D-1FCA-3A46-9B4A-5D1828C6D688}"/>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9" name="Picture Placeholder 2">
            <a:extLst>
              <a:ext uri="{FF2B5EF4-FFF2-40B4-BE49-F238E27FC236}">
                <a16:creationId xmlns:a16="http://schemas.microsoft.com/office/drawing/2014/main" id="{486BE658-6D24-CA4C-AB3D-5A54CB356B30}"/>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0" name="Picture Placeholder 2">
            <a:extLst>
              <a:ext uri="{FF2B5EF4-FFF2-40B4-BE49-F238E27FC236}">
                <a16:creationId xmlns:a16="http://schemas.microsoft.com/office/drawing/2014/main" id="{FFF242D3-B6C6-414A-84B9-697A2301F818}"/>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1" name="Picture Placeholder 2">
            <a:extLst>
              <a:ext uri="{FF2B5EF4-FFF2-40B4-BE49-F238E27FC236}">
                <a16:creationId xmlns:a16="http://schemas.microsoft.com/office/drawing/2014/main" id="{D050F28B-8BAE-5B4C-B35C-E30F344D5141}"/>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2" name="Picture Placeholder 2">
            <a:extLst>
              <a:ext uri="{FF2B5EF4-FFF2-40B4-BE49-F238E27FC236}">
                <a16:creationId xmlns:a16="http://schemas.microsoft.com/office/drawing/2014/main" id="{642DCAE9-9E18-4B47-A5A0-FB78038F0822}"/>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3" name="Picture Placeholder 2">
            <a:extLst>
              <a:ext uri="{FF2B5EF4-FFF2-40B4-BE49-F238E27FC236}">
                <a16:creationId xmlns:a16="http://schemas.microsoft.com/office/drawing/2014/main" id="{F32F03F1-C50A-864C-B428-79231A186CED}"/>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2" name="Circle">
            <a:extLst>
              <a:ext uri="{FF2B5EF4-FFF2-40B4-BE49-F238E27FC236}">
                <a16:creationId xmlns:a16="http://schemas.microsoft.com/office/drawing/2014/main" id="{C1EAAE23-95AD-ACA9-8D10-06E84970F323}"/>
              </a:ext>
            </a:extLst>
          </p:cNvPr>
          <p:cNvSpPr/>
          <p:nvPr userDrawn="1"/>
        </p:nvSpPr>
        <p:spPr>
          <a:xfrm>
            <a:off x="22441118" y="11878734"/>
            <a:ext cx="571500" cy="571500"/>
          </a:xfrm>
          <a:prstGeom prst="ellipse">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3" name="TextBox 2">
            <a:extLst>
              <a:ext uri="{FF2B5EF4-FFF2-40B4-BE49-F238E27FC236}">
                <a16:creationId xmlns:a16="http://schemas.microsoft.com/office/drawing/2014/main" id="{0C2C4A6C-1FF9-8DE3-A5AF-C565B10E0D9D}"/>
              </a:ext>
            </a:extLst>
          </p:cNvPr>
          <p:cNvSpPr txBox="1"/>
          <p:nvPr userDrawn="1"/>
        </p:nvSpPr>
        <p:spPr>
          <a:xfrm>
            <a:off x="21945599" y="11989137"/>
            <a:ext cx="158387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fld id="{237BFCC7-0462-204F-8CFA-53F012517568}" type="slidenum">
              <a:rPr kumimoji="0" lang="en-RU" sz="1400" b="1" i="0" u="none" strike="noStrike" cap="none" spc="0" normalizeH="0" baseline="0" smtClean="0">
                <a:ln>
                  <a:noFill/>
                </a:ln>
                <a:solidFill>
                  <a:schemeClr val="bg1"/>
                </a:solidFill>
                <a:effectLst/>
                <a:uFillTx/>
                <a:latin typeface="Arial" panose="020B0604020202020204" pitchFamily="34" charset="0"/>
                <a:ea typeface="Helvetica Neue"/>
                <a:cs typeface="Arial" panose="020B0604020202020204" pitchFamily="34" charset="0"/>
                <a:sym typeface="Helvetica Neue"/>
              </a:rPr>
              <a:t>‹#›</a:t>
            </a:fld>
            <a:endParaRPr kumimoji="0" lang="en-RU" sz="1400" b="1" i="0" u="none" strike="noStrike" cap="none" spc="0" normalizeH="0" baseline="0" dirty="0">
              <a:ln>
                <a:noFill/>
              </a:ln>
              <a:solidFill>
                <a:schemeClr val="bg1"/>
              </a:solidFill>
              <a:effectLst/>
              <a:uFillTx/>
              <a:latin typeface="Arial" panose="020B0604020202020204" pitchFamily="34" charset="0"/>
              <a:ea typeface="Helvetica Neue"/>
              <a:cs typeface="Arial" panose="020B0604020202020204" pitchFamily="34" charset="0"/>
              <a:sym typeface="Helvetica Neue"/>
            </a:endParaRPr>
          </a:p>
        </p:txBody>
      </p:sp>
    </p:spTree>
    <p:extLst>
      <p:ext uri="{BB962C8B-B14F-4D97-AF65-F5344CB8AC3E}">
        <p14:creationId xmlns:p14="http://schemas.microsoft.com/office/powerpoint/2010/main" val="74284329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lank">
    <p:bg>
      <p:bgPr>
        <a:solidFill>
          <a:schemeClr val="bg2"/>
        </a:solidFill>
        <a:effectLst/>
      </p:bgPr>
    </p:bg>
    <p:spTree>
      <p:nvGrpSpPr>
        <p:cNvPr id="1" name=""/>
        <p:cNvGrpSpPr/>
        <p:nvPr/>
      </p:nvGrpSpPr>
      <p:grpSpPr>
        <a:xfrm>
          <a:off x="0" y="0"/>
          <a:ext cx="0" cy="0"/>
          <a:chOff x="0" y="0"/>
          <a:chExt cx="0" cy="0"/>
        </a:xfrm>
      </p:grpSpPr>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 Photos">
    <p:bg>
      <p:bgPr>
        <a:solidFill>
          <a:schemeClr val="bg2"/>
        </a:solid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01F935C2-BB49-7F44-AA76-95F670099320}"/>
              </a:ext>
            </a:extLst>
          </p:cNvPr>
          <p:cNvSpPr>
            <a:spLocks noGrp="1"/>
          </p:cNvSpPr>
          <p:nvPr>
            <p:ph type="pic" sz="quarter" idx="10"/>
          </p:nvPr>
        </p:nvSpPr>
        <p:spPr>
          <a:xfrm>
            <a:off x="4412413"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3" name="Picture Placeholder 2">
            <a:extLst>
              <a:ext uri="{FF2B5EF4-FFF2-40B4-BE49-F238E27FC236}">
                <a16:creationId xmlns:a16="http://schemas.microsoft.com/office/drawing/2014/main" id="{58871FA9-522E-EF46-8ED1-22380FB4075C}"/>
              </a:ext>
            </a:extLst>
          </p:cNvPr>
          <p:cNvSpPr>
            <a:spLocks noGrp="1"/>
          </p:cNvSpPr>
          <p:nvPr>
            <p:ph type="pic" sz="quarter" idx="11"/>
          </p:nvPr>
        </p:nvSpPr>
        <p:spPr>
          <a:xfrm>
            <a:off x="7735451"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4" name="Picture Placeholder 2">
            <a:extLst>
              <a:ext uri="{FF2B5EF4-FFF2-40B4-BE49-F238E27FC236}">
                <a16:creationId xmlns:a16="http://schemas.microsoft.com/office/drawing/2014/main" id="{A1CE6A93-8415-B84C-9636-40D989C3225E}"/>
              </a:ext>
            </a:extLst>
          </p:cNvPr>
          <p:cNvSpPr>
            <a:spLocks noGrp="1"/>
          </p:cNvSpPr>
          <p:nvPr>
            <p:ph type="pic" sz="quarter" idx="12"/>
          </p:nvPr>
        </p:nvSpPr>
        <p:spPr>
          <a:xfrm>
            <a:off x="11058488"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5" name="Picture Placeholder 2">
            <a:extLst>
              <a:ext uri="{FF2B5EF4-FFF2-40B4-BE49-F238E27FC236}">
                <a16:creationId xmlns:a16="http://schemas.microsoft.com/office/drawing/2014/main" id="{24F4412B-9D40-1740-8196-208EDFDE6A40}"/>
              </a:ext>
            </a:extLst>
          </p:cNvPr>
          <p:cNvSpPr>
            <a:spLocks noGrp="1"/>
          </p:cNvSpPr>
          <p:nvPr>
            <p:ph type="pic" sz="quarter" idx="13"/>
          </p:nvPr>
        </p:nvSpPr>
        <p:spPr>
          <a:xfrm>
            <a:off x="14381526"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6" name="Picture Placeholder 2">
            <a:extLst>
              <a:ext uri="{FF2B5EF4-FFF2-40B4-BE49-F238E27FC236}">
                <a16:creationId xmlns:a16="http://schemas.microsoft.com/office/drawing/2014/main" id="{DF52A887-0B61-FB40-A002-18D9DB1567FD}"/>
              </a:ext>
            </a:extLst>
          </p:cNvPr>
          <p:cNvSpPr>
            <a:spLocks noGrp="1"/>
          </p:cNvSpPr>
          <p:nvPr>
            <p:ph type="pic" sz="quarter" idx="14"/>
          </p:nvPr>
        </p:nvSpPr>
        <p:spPr>
          <a:xfrm>
            <a:off x="17704564" y="3867576"/>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7" name="Picture Placeholder 2">
            <a:extLst>
              <a:ext uri="{FF2B5EF4-FFF2-40B4-BE49-F238E27FC236}">
                <a16:creationId xmlns:a16="http://schemas.microsoft.com/office/drawing/2014/main" id="{9D153C23-CF0C-C44B-9801-00A206002652}"/>
              </a:ext>
            </a:extLst>
          </p:cNvPr>
          <p:cNvSpPr>
            <a:spLocks noGrp="1"/>
          </p:cNvSpPr>
          <p:nvPr>
            <p:ph type="pic" sz="quarter" idx="15"/>
          </p:nvPr>
        </p:nvSpPr>
        <p:spPr>
          <a:xfrm>
            <a:off x="4412413"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8" name="Picture Placeholder 2">
            <a:extLst>
              <a:ext uri="{FF2B5EF4-FFF2-40B4-BE49-F238E27FC236}">
                <a16:creationId xmlns:a16="http://schemas.microsoft.com/office/drawing/2014/main" id="{BA9D09E7-4FBA-1C4C-8814-B5E33FE5F03F}"/>
              </a:ext>
            </a:extLst>
          </p:cNvPr>
          <p:cNvSpPr>
            <a:spLocks noGrp="1"/>
          </p:cNvSpPr>
          <p:nvPr>
            <p:ph type="pic" sz="quarter" idx="16"/>
          </p:nvPr>
        </p:nvSpPr>
        <p:spPr>
          <a:xfrm>
            <a:off x="7735451"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9" name="Picture Placeholder 2">
            <a:extLst>
              <a:ext uri="{FF2B5EF4-FFF2-40B4-BE49-F238E27FC236}">
                <a16:creationId xmlns:a16="http://schemas.microsoft.com/office/drawing/2014/main" id="{9E774562-BACD-F54F-9D9D-7B802146C18E}"/>
              </a:ext>
            </a:extLst>
          </p:cNvPr>
          <p:cNvSpPr>
            <a:spLocks noGrp="1"/>
          </p:cNvSpPr>
          <p:nvPr>
            <p:ph type="pic" sz="quarter" idx="17"/>
          </p:nvPr>
        </p:nvSpPr>
        <p:spPr>
          <a:xfrm>
            <a:off x="11058488"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0" name="Picture Placeholder 2">
            <a:extLst>
              <a:ext uri="{FF2B5EF4-FFF2-40B4-BE49-F238E27FC236}">
                <a16:creationId xmlns:a16="http://schemas.microsoft.com/office/drawing/2014/main" id="{3A962AB2-20FD-7B4B-A867-E694B5CA857B}"/>
              </a:ext>
            </a:extLst>
          </p:cNvPr>
          <p:cNvSpPr>
            <a:spLocks noGrp="1"/>
          </p:cNvSpPr>
          <p:nvPr>
            <p:ph type="pic" sz="quarter" idx="18"/>
          </p:nvPr>
        </p:nvSpPr>
        <p:spPr>
          <a:xfrm>
            <a:off x="14381526"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
        <p:nvSpPr>
          <p:cNvPr id="11" name="Picture Placeholder 2">
            <a:extLst>
              <a:ext uri="{FF2B5EF4-FFF2-40B4-BE49-F238E27FC236}">
                <a16:creationId xmlns:a16="http://schemas.microsoft.com/office/drawing/2014/main" id="{BC6BEB8C-9FDC-BC4E-B300-7609F4B058E0}"/>
              </a:ext>
            </a:extLst>
          </p:cNvPr>
          <p:cNvSpPr>
            <a:spLocks noGrp="1"/>
          </p:cNvSpPr>
          <p:nvPr>
            <p:ph type="pic" sz="quarter" idx="19"/>
          </p:nvPr>
        </p:nvSpPr>
        <p:spPr>
          <a:xfrm>
            <a:off x="17704564" y="7104552"/>
            <a:ext cx="2403476" cy="2401888"/>
          </a:xfrm>
          <a:prstGeom prst="rect">
            <a:avLst/>
          </a:prstGeom>
          <a:solidFill>
            <a:schemeClr val="bg2">
              <a:lumMod val="90000"/>
            </a:schemeClr>
          </a:solidFill>
        </p:spPr>
        <p:txBody>
          <a:bodyPr anchor="ctr"/>
          <a:lstStyle>
            <a:lvl1pPr marL="0" indent="0" algn="ctr">
              <a:buNone/>
              <a:defRPr sz="2001" b="1" i="0">
                <a:solidFill>
                  <a:schemeClr val="tx1"/>
                </a:solidFill>
                <a:latin typeface="Arial" panose="020B0604020202020204" pitchFamily="34" charset="0"/>
                <a:cs typeface="Arial" panose="020B0604020202020204" pitchFamily="34" charset="0"/>
              </a:defRPr>
            </a:lvl1pPr>
          </a:lstStyle>
          <a:p>
            <a:endParaRPr lang="en-RU" dirty="0"/>
          </a:p>
        </p:txBody>
      </p:sp>
    </p:spTree>
    <p:extLst>
      <p:ext uri="{BB962C8B-B14F-4D97-AF65-F5344CB8AC3E}">
        <p14:creationId xmlns:p14="http://schemas.microsoft.com/office/powerpoint/2010/main" val="158445349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8C360A-EE17-078D-E7F4-2E54A927BE0C}"/>
              </a:ext>
            </a:extLst>
          </p:cNvPr>
          <p:cNvSpPr>
            <a:spLocks noGrp="1"/>
          </p:cNvSpPr>
          <p:nvPr>
            <p:ph type="ctrTitle"/>
          </p:nvPr>
        </p:nvSpPr>
        <p:spPr>
          <a:xfrm>
            <a:off x="3048000" y="2244725"/>
            <a:ext cx="18288000" cy="47752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2F65D77C-D04F-C13D-C13A-CEAD81B829CA}"/>
              </a:ext>
            </a:extLst>
          </p:cNvPr>
          <p:cNvSpPr>
            <a:spLocks noGrp="1"/>
          </p:cNvSpPr>
          <p:nvPr>
            <p:ph type="subTitle" idx="1"/>
          </p:nvPr>
        </p:nvSpPr>
        <p:spPr>
          <a:xfrm>
            <a:off x="3048000" y="7204075"/>
            <a:ext cx="18288000" cy="33115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48CF1EB3-716D-C76A-728D-200850831ED3}"/>
              </a:ext>
            </a:extLst>
          </p:cNvPr>
          <p:cNvSpPr>
            <a:spLocks noGrp="1"/>
          </p:cNvSpPr>
          <p:nvPr>
            <p:ph type="dt" sz="half" idx="10"/>
          </p:nvPr>
        </p:nvSpPr>
        <p:spPr/>
        <p:txBody>
          <a:bodyPr/>
          <a:lstStyle/>
          <a:p>
            <a:fld id="{111280AD-D66F-42BB-B996-9598D8C628E2}" type="datetimeFigureOut">
              <a:rPr lang="ru-RU" smtClean="0"/>
              <a:t>14.06.2026</a:t>
            </a:fld>
            <a:endParaRPr lang="ru-RU"/>
          </a:p>
        </p:txBody>
      </p:sp>
      <p:sp>
        <p:nvSpPr>
          <p:cNvPr id="5" name="Нижний колонтитул 4">
            <a:extLst>
              <a:ext uri="{FF2B5EF4-FFF2-40B4-BE49-F238E27FC236}">
                <a16:creationId xmlns:a16="http://schemas.microsoft.com/office/drawing/2014/main" id="{9C5F2C8E-38E7-DD9A-2818-B0A904BE5D0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ADCCD5E-D053-32C6-45CC-E2B36EEDA5BA}"/>
              </a:ext>
            </a:extLst>
          </p:cNvPr>
          <p:cNvSpPr>
            <a:spLocks noGrp="1"/>
          </p:cNvSpPr>
          <p:nvPr>
            <p:ph type="sldNum" sz="quarter" idx="12"/>
          </p:nvPr>
        </p:nvSpPr>
        <p:spPr/>
        <p:txBody>
          <a:bodyPr/>
          <a:lstStyle/>
          <a:p>
            <a:fld id="{1D9C1700-D871-47D8-9529-8A902DDF2E78}" type="slidenum">
              <a:rPr lang="ru-RU" smtClean="0"/>
              <a:t>‹#›</a:t>
            </a:fld>
            <a:endParaRPr lang="ru-RU"/>
          </a:p>
        </p:txBody>
      </p:sp>
    </p:spTree>
    <p:extLst>
      <p:ext uri="{BB962C8B-B14F-4D97-AF65-F5344CB8AC3E}">
        <p14:creationId xmlns:p14="http://schemas.microsoft.com/office/powerpoint/2010/main" val="1695262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7656DD8-1D12-93C1-F692-0C3174D78F0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FAD2D717-4F38-4E97-9E6E-AC998459EDAB}"/>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5597943-A672-3B8E-E48A-8C392E6D3D0E}"/>
              </a:ext>
            </a:extLst>
          </p:cNvPr>
          <p:cNvSpPr>
            <a:spLocks noGrp="1"/>
          </p:cNvSpPr>
          <p:nvPr>
            <p:ph type="dt" sz="half" idx="10"/>
          </p:nvPr>
        </p:nvSpPr>
        <p:spPr/>
        <p:txBody>
          <a:bodyPr/>
          <a:lstStyle/>
          <a:p>
            <a:fld id="{111280AD-D66F-42BB-B996-9598D8C628E2}" type="datetimeFigureOut">
              <a:rPr lang="ru-RU" smtClean="0"/>
              <a:t>14.06.2026</a:t>
            </a:fld>
            <a:endParaRPr lang="ru-RU"/>
          </a:p>
        </p:txBody>
      </p:sp>
      <p:sp>
        <p:nvSpPr>
          <p:cNvPr id="5" name="Нижний колонтитул 4">
            <a:extLst>
              <a:ext uri="{FF2B5EF4-FFF2-40B4-BE49-F238E27FC236}">
                <a16:creationId xmlns:a16="http://schemas.microsoft.com/office/drawing/2014/main" id="{CD749884-7070-EF0B-E6D7-B86DC6C6C73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A19A571-EC8B-43A6-8CED-CEF84C4505E5}"/>
              </a:ext>
            </a:extLst>
          </p:cNvPr>
          <p:cNvSpPr>
            <a:spLocks noGrp="1"/>
          </p:cNvSpPr>
          <p:nvPr>
            <p:ph type="sldNum" sz="quarter" idx="12"/>
          </p:nvPr>
        </p:nvSpPr>
        <p:spPr/>
        <p:txBody>
          <a:bodyPr/>
          <a:lstStyle/>
          <a:p>
            <a:fld id="{1D9C1700-D871-47D8-9529-8A902DDF2E78}" type="slidenum">
              <a:rPr lang="ru-RU" smtClean="0"/>
              <a:t>‹#›</a:t>
            </a:fld>
            <a:endParaRPr lang="ru-RU"/>
          </a:p>
        </p:txBody>
      </p:sp>
    </p:spTree>
    <p:extLst>
      <p:ext uri="{BB962C8B-B14F-4D97-AF65-F5344CB8AC3E}">
        <p14:creationId xmlns:p14="http://schemas.microsoft.com/office/powerpoint/2010/main" val="2581346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F327D9-4815-B138-ECD1-E4EC71E0CE1B}"/>
              </a:ext>
            </a:extLst>
          </p:cNvPr>
          <p:cNvSpPr>
            <a:spLocks noGrp="1"/>
          </p:cNvSpPr>
          <p:nvPr>
            <p:ph type="title"/>
          </p:nvPr>
        </p:nvSpPr>
        <p:spPr>
          <a:xfrm>
            <a:off x="1663700" y="3419475"/>
            <a:ext cx="21031200" cy="5705475"/>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A0DC53B6-175A-B98C-ADC9-00B5021F38DF}"/>
              </a:ext>
            </a:extLst>
          </p:cNvPr>
          <p:cNvSpPr>
            <a:spLocks noGrp="1"/>
          </p:cNvSpPr>
          <p:nvPr>
            <p:ph type="body" idx="1"/>
          </p:nvPr>
        </p:nvSpPr>
        <p:spPr>
          <a:xfrm>
            <a:off x="1663700" y="9178925"/>
            <a:ext cx="21031200" cy="30003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6FA67E76-2B41-97EF-EFBE-337D758BCCAB}"/>
              </a:ext>
            </a:extLst>
          </p:cNvPr>
          <p:cNvSpPr>
            <a:spLocks noGrp="1"/>
          </p:cNvSpPr>
          <p:nvPr>
            <p:ph type="dt" sz="half" idx="10"/>
          </p:nvPr>
        </p:nvSpPr>
        <p:spPr/>
        <p:txBody>
          <a:bodyPr/>
          <a:lstStyle/>
          <a:p>
            <a:fld id="{111280AD-D66F-42BB-B996-9598D8C628E2}" type="datetimeFigureOut">
              <a:rPr lang="ru-RU" smtClean="0"/>
              <a:t>14.06.2026</a:t>
            </a:fld>
            <a:endParaRPr lang="ru-RU"/>
          </a:p>
        </p:txBody>
      </p:sp>
      <p:sp>
        <p:nvSpPr>
          <p:cNvPr id="5" name="Нижний колонтитул 4">
            <a:extLst>
              <a:ext uri="{FF2B5EF4-FFF2-40B4-BE49-F238E27FC236}">
                <a16:creationId xmlns:a16="http://schemas.microsoft.com/office/drawing/2014/main" id="{6CB3AAFD-C870-06F6-42DB-F72EE64D0B1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08A3C3B-9604-48E9-D6A2-75C984305FE5}"/>
              </a:ext>
            </a:extLst>
          </p:cNvPr>
          <p:cNvSpPr>
            <a:spLocks noGrp="1"/>
          </p:cNvSpPr>
          <p:nvPr>
            <p:ph type="sldNum" sz="quarter" idx="12"/>
          </p:nvPr>
        </p:nvSpPr>
        <p:spPr/>
        <p:txBody>
          <a:bodyPr/>
          <a:lstStyle/>
          <a:p>
            <a:fld id="{1D9C1700-D871-47D8-9529-8A902DDF2E78}" type="slidenum">
              <a:rPr lang="ru-RU" smtClean="0"/>
              <a:t>‹#›</a:t>
            </a:fld>
            <a:endParaRPr lang="ru-RU"/>
          </a:p>
        </p:txBody>
      </p:sp>
    </p:spTree>
    <p:extLst>
      <p:ext uri="{BB962C8B-B14F-4D97-AF65-F5344CB8AC3E}">
        <p14:creationId xmlns:p14="http://schemas.microsoft.com/office/powerpoint/2010/main" val="1906811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7173F4-9790-8105-FEF8-F601FA8AF3A0}"/>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968F5B00-A1CC-F4FE-5282-7A48BE017D9B}"/>
              </a:ext>
            </a:extLst>
          </p:cNvPr>
          <p:cNvSpPr>
            <a:spLocks noGrp="1"/>
          </p:cNvSpPr>
          <p:nvPr>
            <p:ph sz="half" idx="1"/>
          </p:nvPr>
        </p:nvSpPr>
        <p:spPr>
          <a:xfrm>
            <a:off x="1676400" y="3651250"/>
            <a:ext cx="10439400" cy="870267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B1A2EF94-D363-4668-F7B6-4D16B947DC17}"/>
              </a:ext>
            </a:extLst>
          </p:cNvPr>
          <p:cNvSpPr>
            <a:spLocks noGrp="1"/>
          </p:cNvSpPr>
          <p:nvPr>
            <p:ph sz="half" idx="2"/>
          </p:nvPr>
        </p:nvSpPr>
        <p:spPr>
          <a:xfrm>
            <a:off x="12268200" y="3651250"/>
            <a:ext cx="10439400" cy="870267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993448D4-D3EE-F011-7E74-161F627B85FE}"/>
              </a:ext>
            </a:extLst>
          </p:cNvPr>
          <p:cNvSpPr>
            <a:spLocks noGrp="1"/>
          </p:cNvSpPr>
          <p:nvPr>
            <p:ph type="dt" sz="half" idx="10"/>
          </p:nvPr>
        </p:nvSpPr>
        <p:spPr/>
        <p:txBody>
          <a:bodyPr/>
          <a:lstStyle/>
          <a:p>
            <a:fld id="{111280AD-D66F-42BB-B996-9598D8C628E2}" type="datetimeFigureOut">
              <a:rPr lang="ru-RU" smtClean="0"/>
              <a:t>14.06.2026</a:t>
            </a:fld>
            <a:endParaRPr lang="ru-RU"/>
          </a:p>
        </p:txBody>
      </p:sp>
      <p:sp>
        <p:nvSpPr>
          <p:cNvPr id="6" name="Нижний колонтитул 5">
            <a:extLst>
              <a:ext uri="{FF2B5EF4-FFF2-40B4-BE49-F238E27FC236}">
                <a16:creationId xmlns:a16="http://schemas.microsoft.com/office/drawing/2014/main" id="{17BB57BC-FE79-14B5-6F7A-8E7771AC6FA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89F395A-3B20-AFB5-CB37-D7A06E62EB08}"/>
              </a:ext>
            </a:extLst>
          </p:cNvPr>
          <p:cNvSpPr>
            <a:spLocks noGrp="1"/>
          </p:cNvSpPr>
          <p:nvPr>
            <p:ph type="sldNum" sz="quarter" idx="12"/>
          </p:nvPr>
        </p:nvSpPr>
        <p:spPr/>
        <p:txBody>
          <a:bodyPr/>
          <a:lstStyle/>
          <a:p>
            <a:fld id="{1D9C1700-D871-47D8-9529-8A902DDF2E78}" type="slidenum">
              <a:rPr lang="ru-RU" smtClean="0"/>
              <a:t>‹#›</a:t>
            </a:fld>
            <a:endParaRPr lang="ru-RU"/>
          </a:p>
        </p:txBody>
      </p:sp>
    </p:spTree>
    <p:extLst>
      <p:ext uri="{BB962C8B-B14F-4D97-AF65-F5344CB8AC3E}">
        <p14:creationId xmlns:p14="http://schemas.microsoft.com/office/powerpoint/2010/main" val="2883237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31B76E-5C35-B14A-14E3-983845940F23}"/>
              </a:ext>
            </a:extLst>
          </p:cNvPr>
          <p:cNvSpPr>
            <a:spLocks noGrp="1"/>
          </p:cNvSpPr>
          <p:nvPr>
            <p:ph type="title"/>
          </p:nvPr>
        </p:nvSpPr>
        <p:spPr>
          <a:xfrm>
            <a:off x="1679575" y="730250"/>
            <a:ext cx="21031200" cy="2651125"/>
          </a:xfrm>
        </p:spPr>
        <p:txBody>
          <a:bodyPr/>
          <a:lstStyle/>
          <a:p>
            <a:r>
              <a:rPr lang="ru-RU"/>
              <a:t>Образец заголовка</a:t>
            </a:r>
          </a:p>
        </p:txBody>
      </p:sp>
      <p:sp>
        <p:nvSpPr>
          <p:cNvPr id="3" name="Текст 2">
            <a:extLst>
              <a:ext uri="{FF2B5EF4-FFF2-40B4-BE49-F238E27FC236}">
                <a16:creationId xmlns:a16="http://schemas.microsoft.com/office/drawing/2014/main" id="{89E01954-4076-5652-E0F7-D8696C15959E}"/>
              </a:ext>
            </a:extLst>
          </p:cNvPr>
          <p:cNvSpPr>
            <a:spLocks noGrp="1"/>
          </p:cNvSpPr>
          <p:nvPr>
            <p:ph type="body" idx="1"/>
          </p:nvPr>
        </p:nvSpPr>
        <p:spPr>
          <a:xfrm>
            <a:off x="1679575" y="3362325"/>
            <a:ext cx="10315575" cy="16478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1B4BF53B-6E7B-F776-2991-2560AA9C81ED}"/>
              </a:ext>
            </a:extLst>
          </p:cNvPr>
          <p:cNvSpPr>
            <a:spLocks noGrp="1"/>
          </p:cNvSpPr>
          <p:nvPr>
            <p:ph sz="half" idx="2"/>
          </p:nvPr>
        </p:nvSpPr>
        <p:spPr>
          <a:xfrm>
            <a:off x="1679575" y="5010150"/>
            <a:ext cx="10315575" cy="736917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F5CE901E-02BB-411E-2DAB-5DCB88CF1A21}"/>
              </a:ext>
            </a:extLst>
          </p:cNvPr>
          <p:cNvSpPr>
            <a:spLocks noGrp="1"/>
          </p:cNvSpPr>
          <p:nvPr>
            <p:ph type="body" sz="quarter" idx="3"/>
          </p:nvPr>
        </p:nvSpPr>
        <p:spPr>
          <a:xfrm>
            <a:off x="12344400" y="3362325"/>
            <a:ext cx="10366375" cy="16478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8200AF4D-8361-E3C0-C4E0-A7DF53D882B9}"/>
              </a:ext>
            </a:extLst>
          </p:cNvPr>
          <p:cNvSpPr>
            <a:spLocks noGrp="1"/>
          </p:cNvSpPr>
          <p:nvPr>
            <p:ph sz="quarter" idx="4"/>
          </p:nvPr>
        </p:nvSpPr>
        <p:spPr>
          <a:xfrm>
            <a:off x="12344400" y="5010150"/>
            <a:ext cx="10366375" cy="736917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2053085A-B781-0E25-9BE7-7AE835351F60}"/>
              </a:ext>
            </a:extLst>
          </p:cNvPr>
          <p:cNvSpPr>
            <a:spLocks noGrp="1"/>
          </p:cNvSpPr>
          <p:nvPr>
            <p:ph type="dt" sz="half" idx="10"/>
          </p:nvPr>
        </p:nvSpPr>
        <p:spPr/>
        <p:txBody>
          <a:bodyPr/>
          <a:lstStyle/>
          <a:p>
            <a:fld id="{111280AD-D66F-42BB-B996-9598D8C628E2}" type="datetimeFigureOut">
              <a:rPr lang="ru-RU" smtClean="0"/>
              <a:t>14.06.2026</a:t>
            </a:fld>
            <a:endParaRPr lang="ru-RU"/>
          </a:p>
        </p:txBody>
      </p:sp>
      <p:sp>
        <p:nvSpPr>
          <p:cNvPr id="8" name="Нижний колонтитул 7">
            <a:extLst>
              <a:ext uri="{FF2B5EF4-FFF2-40B4-BE49-F238E27FC236}">
                <a16:creationId xmlns:a16="http://schemas.microsoft.com/office/drawing/2014/main" id="{22A5D8F4-3B77-50CE-62C2-EF13E50172A9}"/>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DF623013-D2C4-1E36-6076-AAEBB823C7ED}"/>
              </a:ext>
            </a:extLst>
          </p:cNvPr>
          <p:cNvSpPr>
            <a:spLocks noGrp="1"/>
          </p:cNvSpPr>
          <p:nvPr>
            <p:ph type="sldNum" sz="quarter" idx="12"/>
          </p:nvPr>
        </p:nvSpPr>
        <p:spPr/>
        <p:txBody>
          <a:bodyPr/>
          <a:lstStyle/>
          <a:p>
            <a:fld id="{1D9C1700-D871-47D8-9529-8A902DDF2E78}" type="slidenum">
              <a:rPr lang="ru-RU" smtClean="0"/>
              <a:t>‹#›</a:t>
            </a:fld>
            <a:endParaRPr lang="ru-RU"/>
          </a:p>
        </p:txBody>
      </p:sp>
    </p:spTree>
    <p:extLst>
      <p:ext uri="{BB962C8B-B14F-4D97-AF65-F5344CB8AC3E}">
        <p14:creationId xmlns:p14="http://schemas.microsoft.com/office/powerpoint/2010/main" val="333918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0E1950-26A3-6788-3EA6-71C147907D5B}"/>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CAA01368-0F39-BA28-B636-75CA6DA53E6E}"/>
              </a:ext>
            </a:extLst>
          </p:cNvPr>
          <p:cNvSpPr>
            <a:spLocks noGrp="1"/>
          </p:cNvSpPr>
          <p:nvPr>
            <p:ph type="dt" sz="half" idx="10"/>
          </p:nvPr>
        </p:nvSpPr>
        <p:spPr/>
        <p:txBody>
          <a:bodyPr/>
          <a:lstStyle/>
          <a:p>
            <a:fld id="{111280AD-D66F-42BB-B996-9598D8C628E2}" type="datetimeFigureOut">
              <a:rPr lang="ru-RU" smtClean="0"/>
              <a:t>14.06.2026</a:t>
            </a:fld>
            <a:endParaRPr lang="ru-RU"/>
          </a:p>
        </p:txBody>
      </p:sp>
      <p:sp>
        <p:nvSpPr>
          <p:cNvPr id="4" name="Нижний колонтитул 3">
            <a:extLst>
              <a:ext uri="{FF2B5EF4-FFF2-40B4-BE49-F238E27FC236}">
                <a16:creationId xmlns:a16="http://schemas.microsoft.com/office/drawing/2014/main" id="{CD3E707F-F73E-5901-A2D2-3DE5B77A3A3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70EA8C7-A9E9-1A7B-92DD-4E8692D1AE32}"/>
              </a:ext>
            </a:extLst>
          </p:cNvPr>
          <p:cNvSpPr>
            <a:spLocks noGrp="1"/>
          </p:cNvSpPr>
          <p:nvPr>
            <p:ph type="sldNum" sz="quarter" idx="12"/>
          </p:nvPr>
        </p:nvSpPr>
        <p:spPr/>
        <p:txBody>
          <a:bodyPr/>
          <a:lstStyle/>
          <a:p>
            <a:fld id="{1D9C1700-D871-47D8-9529-8A902DDF2E78}" type="slidenum">
              <a:rPr lang="ru-RU" smtClean="0"/>
              <a:t>‹#›</a:t>
            </a:fld>
            <a:endParaRPr lang="ru-RU"/>
          </a:p>
        </p:txBody>
      </p:sp>
    </p:spTree>
    <p:extLst>
      <p:ext uri="{BB962C8B-B14F-4D97-AF65-F5344CB8AC3E}">
        <p14:creationId xmlns:p14="http://schemas.microsoft.com/office/powerpoint/2010/main" val="2593903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772E34AD-5ADA-0E0C-6FFB-D028F944E610}"/>
              </a:ext>
            </a:extLst>
          </p:cNvPr>
          <p:cNvSpPr>
            <a:spLocks noGrp="1"/>
          </p:cNvSpPr>
          <p:nvPr>
            <p:ph type="dt" sz="half" idx="10"/>
          </p:nvPr>
        </p:nvSpPr>
        <p:spPr/>
        <p:txBody>
          <a:bodyPr/>
          <a:lstStyle/>
          <a:p>
            <a:fld id="{111280AD-D66F-42BB-B996-9598D8C628E2}" type="datetimeFigureOut">
              <a:rPr lang="ru-RU" smtClean="0"/>
              <a:t>14.06.2026</a:t>
            </a:fld>
            <a:endParaRPr lang="ru-RU"/>
          </a:p>
        </p:txBody>
      </p:sp>
      <p:sp>
        <p:nvSpPr>
          <p:cNvPr id="3" name="Нижний колонтитул 2">
            <a:extLst>
              <a:ext uri="{FF2B5EF4-FFF2-40B4-BE49-F238E27FC236}">
                <a16:creationId xmlns:a16="http://schemas.microsoft.com/office/drawing/2014/main" id="{2C674663-A4CE-16C4-637A-27A517640534}"/>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857C6F00-4BB7-E57D-5FEE-DAA5AA197CC5}"/>
              </a:ext>
            </a:extLst>
          </p:cNvPr>
          <p:cNvSpPr>
            <a:spLocks noGrp="1"/>
          </p:cNvSpPr>
          <p:nvPr>
            <p:ph type="sldNum" sz="quarter" idx="12"/>
          </p:nvPr>
        </p:nvSpPr>
        <p:spPr/>
        <p:txBody>
          <a:bodyPr/>
          <a:lstStyle/>
          <a:p>
            <a:fld id="{1D9C1700-D871-47D8-9529-8A902DDF2E78}" type="slidenum">
              <a:rPr lang="ru-RU" smtClean="0"/>
              <a:t>‹#›</a:t>
            </a:fld>
            <a:endParaRPr lang="ru-RU"/>
          </a:p>
        </p:txBody>
      </p:sp>
    </p:spTree>
    <p:extLst>
      <p:ext uri="{BB962C8B-B14F-4D97-AF65-F5344CB8AC3E}">
        <p14:creationId xmlns:p14="http://schemas.microsoft.com/office/powerpoint/2010/main" val="2835432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E0DDFB-E152-2F09-BD6B-3A815BB74784}"/>
              </a:ext>
            </a:extLst>
          </p:cNvPr>
          <p:cNvSpPr>
            <a:spLocks noGrp="1"/>
          </p:cNvSpPr>
          <p:nvPr>
            <p:ph type="title"/>
          </p:nvPr>
        </p:nvSpPr>
        <p:spPr>
          <a:xfrm>
            <a:off x="1679575" y="914400"/>
            <a:ext cx="7864475" cy="32004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A6F6B2F1-AC62-025D-8B01-B0E159DC1DC0}"/>
              </a:ext>
            </a:extLst>
          </p:cNvPr>
          <p:cNvSpPr>
            <a:spLocks noGrp="1"/>
          </p:cNvSpPr>
          <p:nvPr>
            <p:ph idx="1"/>
          </p:nvPr>
        </p:nvSpPr>
        <p:spPr>
          <a:xfrm>
            <a:off x="10366375" y="1974850"/>
            <a:ext cx="12344400" cy="9747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D0AD408-3601-406D-3CDB-12EE7EBC1BB4}"/>
              </a:ext>
            </a:extLst>
          </p:cNvPr>
          <p:cNvSpPr>
            <a:spLocks noGrp="1"/>
          </p:cNvSpPr>
          <p:nvPr>
            <p:ph type="body" sz="half" idx="2"/>
          </p:nvPr>
        </p:nvSpPr>
        <p:spPr>
          <a:xfrm>
            <a:off x="1679575" y="4114800"/>
            <a:ext cx="7864475" cy="7623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8C0000F-A404-4342-5DB9-06077CFFBB11}"/>
              </a:ext>
            </a:extLst>
          </p:cNvPr>
          <p:cNvSpPr>
            <a:spLocks noGrp="1"/>
          </p:cNvSpPr>
          <p:nvPr>
            <p:ph type="dt" sz="half" idx="10"/>
          </p:nvPr>
        </p:nvSpPr>
        <p:spPr/>
        <p:txBody>
          <a:bodyPr/>
          <a:lstStyle/>
          <a:p>
            <a:fld id="{111280AD-D66F-42BB-B996-9598D8C628E2}" type="datetimeFigureOut">
              <a:rPr lang="ru-RU" smtClean="0"/>
              <a:t>14.06.2026</a:t>
            </a:fld>
            <a:endParaRPr lang="ru-RU"/>
          </a:p>
        </p:txBody>
      </p:sp>
      <p:sp>
        <p:nvSpPr>
          <p:cNvPr id="6" name="Нижний колонтитул 5">
            <a:extLst>
              <a:ext uri="{FF2B5EF4-FFF2-40B4-BE49-F238E27FC236}">
                <a16:creationId xmlns:a16="http://schemas.microsoft.com/office/drawing/2014/main" id="{9EEEB15B-C096-3B04-77C8-4CA0FB80BB6D}"/>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524BE222-EB70-0B22-86EC-80A015C93DBA}"/>
              </a:ext>
            </a:extLst>
          </p:cNvPr>
          <p:cNvSpPr>
            <a:spLocks noGrp="1"/>
          </p:cNvSpPr>
          <p:nvPr>
            <p:ph type="sldNum" sz="quarter" idx="12"/>
          </p:nvPr>
        </p:nvSpPr>
        <p:spPr/>
        <p:txBody>
          <a:bodyPr/>
          <a:lstStyle/>
          <a:p>
            <a:fld id="{1D9C1700-D871-47D8-9529-8A902DDF2E78}" type="slidenum">
              <a:rPr lang="ru-RU" smtClean="0"/>
              <a:t>‹#›</a:t>
            </a:fld>
            <a:endParaRPr lang="ru-RU"/>
          </a:p>
        </p:txBody>
      </p:sp>
    </p:spTree>
    <p:extLst>
      <p:ext uri="{BB962C8B-B14F-4D97-AF65-F5344CB8AC3E}">
        <p14:creationId xmlns:p14="http://schemas.microsoft.com/office/powerpoint/2010/main" val="6726542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2A9FEE-5F8D-A16E-BFB1-205955A457A0}"/>
              </a:ext>
            </a:extLst>
          </p:cNvPr>
          <p:cNvSpPr>
            <a:spLocks noGrp="1"/>
          </p:cNvSpPr>
          <p:nvPr>
            <p:ph type="title"/>
          </p:nvPr>
        </p:nvSpPr>
        <p:spPr>
          <a:xfrm>
            <a:off x="1679575" y="914400"/>
            <a:ext cx="7864475" cy="32004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05F4F6DE-6675-9C0F-35FE-048D2F18319D}"/>
              </a:ext>
            </a:extLst>
          </p:cNvPr>
          <p:cNvSpPr>
            <a:spLocks noGrp="1"/>
          </p:cNvSpPr>
          <p:nvPr>
            <p:ph type="pic" idx="1"/>
          </p:nvPr>
        </p:nvSpPr>
        <p:spPr>
          <a:xfrm>
            <a:off x="10366375" y="1974850"/>
            <a:ext cx="12344400" cy="9747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0731A3B0-A7E7-D650-0A01-089E17376130}"/>
              </a:ext>
            </a:extLst>
          </p:cNvPr>
          <p:cNvSpPr>
            <a:spLocks noGrp="1"/>
          </p:cNvSpPr>
          <p:nvPr>
            <p:ph type="body" sz="half" idx="2"/>
          </p:nvPr>
        </p:nvSpPr>
        <p:spPr>
          <a:xfrm>
            <a:off x="1679575" y="4114800"/>
            <a:ext cx="7864475" cy="7623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7FD23FB6-0613-6F40-BB74-650DFE41DC6A}"/>
              </a:ext>
            </a:extLst>
          </p:cNvPr>
          <p:cNvSpPr>
            <a:spLocks noGrp="1"/>
          </p:cNvSpPr>
          <p:nvPr>
            <p:ph type="dt" sz="half" idx="10"/>
          </p:nvPr>
        </p:nvSpPr>
        <p:spPr/>
        <p:txBody>
          <a:bodyPr/>
          <a:lstStyle/>
          <a:p>
            <a:fld id="{111280AD-D66F-42BB-B996-9598D8C628E2}" type="datetimeFigureOut">
              <a:rPr lang="ru-RU" smtClean="0"/>
              <a:t>14.06.2026</a:t>
            </a:fld>
            <a:endParaRPr lang="ru-RU"/>
          </a:p>
        </p:txBody>
      </p:sp>
      <p:sp>
        <p:nvSpPr>
          <p:cNvPr id="6" name="Нижний колонтитул 5">
            <a:extLst>
              <a:ext uri="{FF2B5EF4-FFF2-40B4-BE49-F238E27FC236}">
                <a16:creationId xmlns:a16="http://schemas.microsoft.com/office/drawing/2014/main" id="{31C231FA-E3DA-EEA0-E66E-332CB7E3C350}"/>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682F7DF-88BB-CFCD-AC1C-5707FCE9B389}"/>
              </a:ext>
            </a:extLst>
          </p:cNvPr>
          <p:cNvSpPr>
            <a:spLocks noGrp="1"/>
          </p:cNvSpPr>
          <p:nvPr>
            <p:ph type="sldNum" sz="quarter" idx="12"/>
          </p:nvPr>
        </p:nvSpPr>
        <p:spPr/>
        <p:txBody>
          <a:bodyPr/>
          <a:lstStyle/>
          <a:p>
            <a:fld id="{1D9C1700-D871-47D8-9529-8A902DDF2E78}" type="slidenum">
              <a:rPr lang="ru-RU" smtClean="0"/>
              <a:t>‹#›</a:t>
            </a:fld>
            <a:endParaRPr lang="ru-RU"/>
          </a:p>
        </p:txBody>
      </p:sp>
    </p:spTree>
    <p:extLst>
      <p:ext uri="{BB962C8B-B14F-4D97-AF65-F5344CB8AC3E}">
        <p14:creationId xmlns:p14="http://schemas.microsoft.com/office/powerpoint/2010/main" val="33481272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D1890B-62BC-01AB-6061-FBFDA81EEAC7}"/>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8B58A15C-37F8-9458-CF89-BA4E9F606C3A}"/>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F516B8F-0755-3500-D61C-2AA89EEB266F}"/>
              </a:ext>
            </a:extLst>
          </p:cNvPr>
          <p:cNvSpPr>
            <a:spLocks noGrp="1"/>
          </p:cNvSpPr>
          <p:nvPr>
            <p:ph type="dt" sz="half" idx="10"/>
          </p:nvPr>
        </p:nvSpPr>
        <p:spPr/>
        <p:txBody>
          <a:bodyPr/>
          <a:lstStyle/>
          <a:p>
            <a:fld id="{111280AD-D66F-42BB-B996-9598D8C628E2}" type="datetimeFigureOut">
              <a:rPr lang="ru-RU" smtClean="0"/>
              <a:t>14.06.2026</a:t>
            </a:fld>
            <a:endParaRPr lang="ru-RU"/>
          </a:p>
        </p:txBody>
      </p:sp>
      <p:sp>
        <p:nvSpPr>
          <p:cNvPr id="5" name="Нижний колонтитул 4">
            <a:extLst>
              <a:ext uri="{FF2B5EF4-FFF2-40B4-BE49-F238E27FC236}">
                <a16:creationId xmlns:a16="http://schemas.microsoft.com/office/drawing/2014/main" id="{7A9222A7-5488-98F9-F85A-9528CA7AF5E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DE84023-3C7A-3083-5C19-7F8D4130EE7F}"/>
              </a:ext>
            </a:extLst>
          </p:cNvPr>
          <p:cNvSpPr>
            <a:spLocks noGrp="1"/>
          </p:cNvSpPr>
          <p:nvPr>
            <p:ph type="sldNum" sz="quarter" idx="12"/>
          </p:nvPr>
        </p:nvSpPr>
        <p:spPr/>
        <p:txBody>
          <a:bodyPr/>
          <a:lstStyle/>
          <a:p>
            <a:fld id="{1D9C1700-D871-47D8-9529-8A902DDF2E78}" type="slidenum">
              <a:rPr lang="ru-RU" smtClean="0"/>
              <a:t>‹#›</a:t>
            </a:fld>
            <a:endParaRPr lang="ru-RU"/>
          </a:p>
        </p:txBody>
      </p:sp>
    </p:spTree>
    <p:extLst>
      <p:ext uri="{BB962C8B-B14F-4D97-AF65-F5344CB8AC3E}">
        <p14:creationId xmlns:p14="http://schemas.microsoft.com/office/powerpoint/2010/main" val="10169228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35DF8D6D-B591-0CA3-4831-B450ADF8027B}"/>
              </a:ext>
            </a:extLst>
          </p:cNvPr>
          <p:cNvSpPr>
            <a:spLocks noGrp="1"/>
          </p:cNvSpPr>
          <p:nvPr>
            <p:ph type="title" orient="vert"/>
          </p:nvPr>
        </p:nvSpPr>
        <p:spPr>
          <a:xfrm>
            <a:off x="17449800" y="730250"/>
            <a:ext cx="5257800" cy="11623675"/>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AE439039-DDCA-5104-354C-45E336F30A04}"/>
              </a:ext>
            </a:extLst>
          </p:cNvPr>
          <p:cNvSpPr>
            <a:spLocks noGrp="1"/>
          </p:cNvSpPr>
          <p:nvPr>
            <p:ph type="body" orient="vert" idx="1"/>
          </p:nvPr>
        </p:nvSpPr>
        <p:spPr>
          <a:xfrm>
            <a:off x="1676400" y="730250"/>
            <a:ext cx="15621000" cy="1162367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FBB08B6-3EF1-3126-726D-D5F01D10C5AB}"/>
              </a:ext>
            </a:extLst>
          </p:cNvPr>
          <p:cNvSpPr>
            <a:spLocks noGrp="1"/>
          </p:cNvSpPr>
          <p:nvPr>
            <p:ph type="dt" sz="half" idx="10"/>
          </p:nvPr>
        </p:nvSpPr>
        <p:spPr/>
        <p:txBody>
          <a:bodyPr/>
          <a:lstStyle/>
          <a:p>
            <a:fld id="{111280AD-D66F-42BB-B996-9598D8C628E2}" type="datetimeFigureOut">
              <a:rPr lang="ru-RU" smtClean="0"/>
              <a:t>14.06.2026</a:t>
            </a:fld>
            <a:endParaRPr lang="ru-RU"/>
          </a:p>
        </p:txBody>
      </p:sp>
      <p:sp>
        <p:nvSpPr>
          <p:cNvPr id="5" name="Нижний колонтитул 4">
            <a:extLst>
              <a:ext uri="{FF2B5EF4-FFF2-40B4-BE49-F238E27FC236}">
                <a16:creationId xmlns:a16="http://schemas.microsoft.com/office/drawing/2014/main" id="{E8F96DE6-D39C-3418-D522-9077B29DEC6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B1E5271-F033-D369-CDC0-E82C00CC5E73}"/>
              </a:ext>
            </a:extLst>
          </p:cNvPr>
          <p:cNvSpPr>
            <a:spLocks noGrp="1"/>
          </p:cNvSpPr>
          <p:nvPr>
            <p:ph type="sldNum" sz="quarter" idx="12"/>
          </p:nvPr>
        </p:nvSpPr>
        <p:spPr/>
        <p:txBody>
          <a:bodyPr/>
          <a:lstStyle/>
          <a:p>
            <a:fld id="{1D9C1700-D871-47D8-9529-8A902DDF2E78}" type="slidenum">
              <a:rPr lang="ru-RU" smtClean="0"/>
              <a:t>‹#›</a:t>
            </a:fld>
            <a:endParaRPr lang="ru-RU"/>
          </a:p>
        </p:txBody>
      </p:sp>
    </p:spTree>
    <p:extLst>
      <p:ext uri="{BB962C8B-B14F-4D97-AF65-F5344CB8AC3E}">
        <p14:creationId xmlns:p14="http://schemas.microsoft.com/office/powerpoint/2010/main" val="2299808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6" r:id="rId2"/>
    <p:sldLayoutId id="2147483653" r:id="rId3"/>
    <p:sldLayoutId id="2147483651" r:id="rId4"/>
    <p:sldLayoutId id="2147483654" r:id="rId5"/>
    <p:sldLayoutId id="2147483652" r:id="rId6"/>
    <p:sldLayoutId id="2147483655" r:id="rId7"/>
  </p:sldLayoutIdLst>
  <p:transition spd="med"/>
  <p:txStyles>
    <p:titleStyle>
      <a:lvl1pPr marL="0" marR="0" indent="0"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1pPr>
      <a:lvl2pPr marL="0" marR="0" indent="457248"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2pPr>
      <a:lvl3pPr marL="0" marR="0" indent="914499"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3pPr>
      <a:lvl4pPr marL="0" marR="0" indent="1371747"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4pPr>
      <a:lvl5pPr marL="0" marR="0" indent="1828995"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5pPr>
      <a:lvl6pPr marL="0" marR="0" indent="2286246"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6pPr>
      <a:lvl7pPr marL="0" marR="0" indent="2743494"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7pPr>
      <a:lvl8pPr marL="0" marR="0" indent="3200745"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8pPr>
      <a:lvl9pPr marL="0" marR="0" indent="3657993" algn="ctr" defTabSz="825590" rtl="0" latinLnBrk="0">
        <a:lnSpc>
          <a:spcPct val="100000"/>
        </a:lnSpc>
        <a:spcBef>
          <a:spcPts val="0"/>
        </a:spcBef>
        <a:spcAft>
          <a:spcPts val="0"/>
        </a:spcAft>
        <a:buClrTx/>
        <a:buSzTx/>
        <a:buFontTx/>
        <a:buNone/>
        <a:tabLst/>
        <a:defRPr sz="11202" b="0" i="0" u="none" strike="noStrike" cap="none" spc="0" baseline="0">
          <a:solidFill>
            <a:srgbClr val="000000"/>
          </a:solidFill>
          <a:uFillTx/>
          <a:latin typeface="+mn-lt"/>
          <a:ea typeface="+mn-ea"/>
          <a:cs typeface="+mn-cs"/>
          <a:sym typeface="Helvetica Neue Medium"/>
        </a:defRPr>
      </a:lvl9pPr>
    </p:titleStyle>
    <p:bodyStyle>
      <a:lvl1pPr marL="63506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1pPr>
      <a:lvl2pPr marL="127013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2pPr>
      <a:lvl3pPr marL="190520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3pPr>
      <a:lvl4pPr marL="2540273"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4pPr>
      <a:lvl5pPr marL="3175342"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5pPr>
      <a:lvl6pPr marL="381040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6pPr>
      <a:lvl7pPr marL="4445479"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7pPr>
      <a:lvl8pPr marL="5080546"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8pPr>
      <a:lvl9pPr marL="5715615" marR="0" indent="-635069" algn="l" defTabSz="825590" rtl="0" latinLnBrk="0">
        <a:lnSpc>
          <a:spcPct val="100000"/>
        </a:lnSpc>
        <a:spcBef>
          <a:spcPts val="5900"/>
        </a:spcBef>
        <a:spcAft>
          <a:spcPts val="0"/>
        </a:spcAft>
        <a:buClrTx/>
        <a:buSzPct val="125000"/>
        <a:buFontTx/>
        <a:buChar char="•"/>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1pPr>
      <a:lvl2pPr marL="0" marR="0" indent="457248"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2pPr>
      <a:lvl3pPr marL="0" marR="0" indent="914499"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3pPr>
      <a:lvl4pPr marL="0" marR="0" indent="1371747"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4pPr>
      <a:lvl5pPr marL="0" marR="0" indent="1828995"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5pPr>
      <a:lvl6pPr marL="0" marR="0" indent="2286246"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6pPr>
      <a:lvl7pPr marL="0" marR="0" indent="2743494"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7pPr>
      <a:lvl8pPr marL="0" marR="0" indent="3200745"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8pPr>
      <a:lvl9pPr marL="0" marR="0" indent="3657993" algn="ctr" defTabSz="82559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Neue Light"/>
        </a:defRPr>
      </a:lvl9pPr>
    </p:otherStyle>
  </p:txStyles>
  <p:extLst>
    <p:ext uri="{27BBF7A9-308A-43DC-89C8-2F10F3537804}">
      <p15:sldGuideLst xmlns:p15="http://schemas.microsoft.com/office/powerpoint/2012/main">
        <p15:guide id="1" orient="horz" pos="4320" userDrawn="1">
          <p15:clr>
            <a:srgbClr val="F26B43"/>
          </p15:clr>
        </p15:guide>
        <p15:guide id="2" pos="76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6717A4-9C4B-5BA4-F83E-BE2819616CA8}"/>
              </a:ext>
            </a:extLst>
          </p:cNvPr>
          <p:cNvSpPr>
            <a:spLocks noGrp="1"/>
          </p:cNvSpPr>
          <p:nvPr>
            <p:ph type="title"/>
          </p:nvPr>
        </p:nvSpPr>
        <p:spPr>
          <a:xfrm>
            <a:off x="1676400" y="730250"/>
            <a:ext cx="21031200" cy="2651125"/>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DF8EBC14-0070-EFC5-5B35-996406075906}"/>
              </a:ext>
            </a:extLst>
          </p:cNvPr>
          <p:cNvSpPr>
            <a:spLocks noGrp="1"/>
          </p:cNvSpPr>
          <p:nvPr>
            <p:ph type="body" idx="1"/>
          </p:nvPr>
        </p:nvSpPr>
        <p:spPr>
          <a:xfrm>
            <a:off x="1676400" y="3651250"/>
            <a:ext cx="21031200" cy="8702675"/>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9BEB6B0-85EB-ED24-1B6A-6470C0495377}"/>
              </a:ext>
            </a:extLst>
          </p:cNvPr>
          <p:cNvSpPr>
            <a:spLocks noGrp="1"/>
          </p:cNvSpPr>
          <p:nvPr>
            <p:ph type="dt" sz="half" idx="2"/>
          </p:nvPr>
        </p:nvSpPr>
        <p:spPr>
          <a:xfrm>
            <a:off x="1676400" y="12712700"/>
            <a:ext cx="5486400" cy="730250"/>
          </a:xfrm>
          <a:prstGeom prst="rect">
            <a:avLst/>
          </a:prstGeom>
        </p:spPr>
        <p:txBody>
          <a:bodyPr vert="horz" lIns="91440" tIns="45720" rIns="91440" bIns="45720" rtlCol="0" anchor="ctr"/>
          <a:lstStyle>
            <a:lvl1pPr algn="l">
              <a:defRPr sz="1200">
                <a:solidFill>
                  <a:schemeClr val="tx1">
                    <a:tint val="75000"/>
                  </a:schemeClr>
                </a:solidFill>
              </a:defRPr>
            </a:lvl1pPr>
          </a:lstStyle>
          <a:p>
            <a:fld id="{111280AD-D66F-42BB-B996-9598D8C628E2}" type="datetimeFigureOut">
              <a:rPr lang="ru-RU" smtClean="0"/>
              <a:t>14.06.2026</a:t>
            </a:fld>
            <a:endParaRPr lang="ru-RU"/>
          </a:p>
        </p:txBody>
      </p:sp>
      <p:sp>
        <p:nvSpPr>
          <p:cNvPr id="5" name="Нижний колонтитул 4">
            <a:extLst>
              <a:ext uri="{FF2B5EF4-FFF2-40B4-BE49-F238E27FC236}">
                <a16:creationId xmlns:a16="http://schemas.microsoft.com/office/drawing/2014/main" id="{BFDE0247-7074-7316-94D6-9E1AAFB5AAAC}"/>
              </a:ext>
            </a:extLst>
          </p:cNvPr>
          <p:cNvSpPr>
            <a:spLocks noGrp="1"/>
          </p:cNvSpPr>
          <p:nvPr>
            <p:ph type="ftr" sz="quarter" idx="3"/>
          </p:nvPr>
        </p:nvSpPr>
        <p:spPr>
          <a:xfrm>
            <a:off x="8077200" y="12712700"/>
            <a:ext cx="8229600" cy="7302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A1072FD2-EDBE-728D-BFFD-735C5577C885}"/>
              </a:ext>
            </a:extLst>
          </p:cNvPr>
          <p:cNvSpPr>
            <a:spLocks noGrp="1"/>
          </p:cNvSpPr>
          <p:nvPr>
            <p:ph type="sldNum" sz="quarter" idx="4"/>
          </p:nvPr>
        </p:nvSpPr>
        <p:spPr>
          <a:xfrm>
            <a:off x="17221200" y="12712700"/>
            <a:ext cx="5486400" cy="730250"/>
          </a:xfrm>
          <a:prstGeom prst="rect">
            <a:avLst/>
          </a:prstGeom>
        </p:spPr>
        <p:txBody>
          <a:bodyPr vert="horz" lIns="91440" tIns="45720" rIns="91440" bIns="45720" rtlCol="0" anchor="ctr"/>
          <a:lstStyle>
            <a:lvl1pPr algn="r">
              <a:defRPr sz="1200">
                <a:solidFill>
                  <a:schemeClr val="tx1">
                    <a:tint val="75000"/>
                  </a:schemeClr>
                </a:solidFill>
              </a:defRPr>
            </a:lvl1pPr>
          </a:lstStyle>
          <a:p>
            <a:fld id="{1D9C1700-D871-47D8-9529-8A902DDF2E78}" type="slidenum">
              <a:rPr lang="ru-RU" smtClean="0"/>
              <a:t>‹#›</a:t>
            </a:fld>
            <a:endParaRPr lang="ru-RU"/>
          </a:p>
        </p:txBody>
      </p:sp>
    </p:spTree>
    <p:extLst>
      <p:ext uri="{BB962C8B-B14F-4D97-AF65-F5344CB8AC3E}">
        <p14:creationId xmlns:p14="http://schemas.microsoft.com/office/powerpoint/2010/main" val="821488301"/>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 Target="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D8771-F6A7-8CE4-529C-6DFE03F324A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B139557-0DC5-BEDE-6972-DB6CB218BCE6}"/>
              </a:ext>
            </a:extLst>
          </p:cNvPr>
          <p:cNvSpPr/>
          <p:nvPr/>
        </p:nvSpPr>
        <p:spPr>
          <a:xfrm>
            <a:off x="0" y="0"/>
            <a:ext cx="24384000" cy="13716000"/>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RU" sz="32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3" name="Рисунок 2">
            <a:extLst>
              <a:ext uri="{FF2B5EF4-FFF2-40B4-BE49-F238E27FC236}">
                <a16:creationId xmlns:a16="http://schemas.microsoft.com/office/drawing/2014/main" id="{8C653170-95E6-A1F3-81FD-DD2A19124E6E}"/>
              </a:ext>
            </a:extLst>
          </p:cNvPr>
          <p:cNvPicPr>
            <a:picLocks noChangeAspect="1"/>
          </p:cNvPicPr>
          <p:nvPr/>
        </p:nvPicPr>
        <p:blipFill>
          <a:blip r:embed="rId2"/>
          <a:stretch>
            <a:fillRect/>
          </a:stretch>
        </p:blipFill>
        <p:spPr>
          <a:xfrm>
            <a:off x="790047" y="527482"/>
            <a:ext cx="5689600" cy="2503429"/>
          </a:xfrm>
          <a:prstGeom prst="rect">
            <a:avLst/>
          </a:prstGeom>
        </p:spPr>
      </p:pic>
      <p:sp>
        <p:nvSpPr>
          <p:cNvPr id="4" name="TextBox 3">
            <a:extLst>
              <a:ext uri="{FF2B5EF4-FFF2-40B4-BE49-F238E27FC236}">
                <a16:creationId xmlns:a16="http://schemas.microsoft.com/office/drawing/2014/main" id="{C76E0751-2C8B-579A-D15D-B8619F01E597}"/>
              </a:ext>
            </a:extLst>
          </p:cNvPr>
          <p:cNvSpPr txBox="1"/>
          <p:nvPr/>
        </p:nvSpPr>
        <p:spPr>
          <a:xfrm>
            <a:off x="1433513" y="3491720"/>
            <a:ext cx="17023819" cy="1231106"/>
          </a:xfrm>
          <a:prstGeom prst="rect">
            <a:avLst/>
          </a:prstGeom>
          <a:noFill/>
        </p:spPr>
        <p:txBody>
          <a:bodyPr wrap="square" lIns="0" tIns="0" rIns="0" bIns="0" rtlCol="0" anchor="t">
            <a:spAutoFit/>
          </a:bodyPr>
          <a:lstStyle/>
          <a:p>
            <a:pPr algn="l"/>
            <a:r>
              <a:rPr lang="ru-RU" sz="8000" dirty="0">
                <a:solidFill>
                  <a:schemeClr val="bg1"/>
                </a:solidFill>
                <a:latin typeface="Arial" panose="020B0604020202020204" pitchFamily="34" charset="0"/>
                <a:cs typeface="Arial" panose="020B0604020202020204" pitchFamily="34" charset="0"/>
              </a:rPr>
              <a:t>Дипломный проект на тему:</a:t>
            </a:r>
            <a:endParaRPr lang="ru-RU" sz="7200" dirty="0">
              <a:solidFill>
                <a:schemeClr val="bg1"/>
              </a:solidFill>
              <a:latin typeface="Arial" panose="020B0604020202020204" pitchFamily="34" charset="0"/>
              <a:cs typeface="Arial" panose="020B0604020202020204" pitchFamily="34" charset="0"/>
            </a:endParaRPr>
          </a:p>
        </p:txBody>
      </p:sp>
      <p:pic>
        <p:nvPicPr>
          <p:cNvPr id="457" name="Рисунок 456">
            <a:extLst>
              <a:ext uri="{FF2B5EF4-FFF2-40B4-BE49-F238E27FC236}">
                <a16:creationId xmlns:a16="http://schemas.microsoft.com/office/drawing/2014/main" id="{4AD467F6-C2E6-9A59-7107-07A50951CF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64669" y="1"/>
            <a:ext cx="10659962" cy="13715999"/>
          </a:xfrm>
          <a:prstGeom prst="rect">
            <a:avLst/>
          </a:prstGeom>
        </p:spPr>
      </p:pic>
      <p:sp>
        <p:nvSpPr>
          <p:cNvPr id="6" name="TextBox 5">
            <a:extLst>
              <a:ext uri="{FF2B5EF4-FFF2-40B4-BE49-F238E27FC236}">
                <a16:creationId xmlns:a16="http://schemas.microsoft.com/office/drawing/2014/main" id="{56FA1CA0-8F86-48F2-84A0-EE404DF96C15}"/>
              </a:ext>
            </a:extLst>
          </p:cNvPr>
          <p:cNvSpPr txBox="1"/>
          <p:nvPr/>
        </p:nvSpPr>
        <p:spPr>
          <a:xfrm>
            <a:off x="1027114" y="11223011"/>
            <a:ext cx="9305606" cy="1661993"/>
          </a:xfrm>
          <a:prstGeom prst="rect">
            <a:avLst/>
          </a:prstGeom>
          <a:noFill/>
        </p:spPr>
        <p:txBody>
          <a:bodyPr wrap="square" lIns="0" tIns="0" rIns="0" bIns="0" rtlCol="0" anchor="t">
            <a:spAutoFit/>
          </a:bodyPr>
          <a:lstStyle/>
          <a:p>
            <a:pPr algn="l"/>
            <a:r>
              <a:rPr lang="ru-RU" sz="5400" dirty="0">
                <a:solidFill>
                  <a:schemeClr val="bg1"/>
                </a:solidFill>
                <a:latin typeface="Arial" panose="020B0604020202020204" pitchFamily="34" charset="0"/>
                <a:cs typeface="Arial" panose="020B0604020202020204" pitchFamily="34" charset="0"/>
              </a:rPr>
              <a:t>Руководитель дипломного </a:t>
            </a:r>
            <a:r>
              <a:rPr lang="ru-RU" sz="5400" dirty="0" err="1">
                <a:solidFill>
                  <a:schemeClr val="bg1"/>
                </a:solidFill>
                <a:latin typeface="Arial" panose="020B0604020202020204" pitchFamily="34" charset="0"/>
                <a:cs typeface="Arial" panose="020B0604020202020204" pitchFamily="34" charset="0"/>
              </a:rPr>
              <a:t>проекта:Калашникова</a:t>
            </a:r>
            <a:r>
              <a:rPr lang="ru-RU" sz="5400" dirty="0">
                <a:solidFill>
                  <a:schemeClr val="bg1"/>
                </a:solidFill>
                <a:latin typeface="Arial" panose="020B0604020202020204" pitchFamily="34" charset="0"/>
                <a:cs typeface="Arial" panose="020B0604020202020204" pitchFamily="34" charset="0"/>
              </a:rPr>
              <a:t> О. А.</a:t>
            </a:r>
            <a:endParaRPr lang="ru-RU" sz="4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0587182"/>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Placeholder Demo Text"/>
          <p:cNvSpPr txBox="1"/>
          <p:nvPr/>
        </p:nvSpPr>
        <p:spPr>
          <a:xfrm>
            <a:off x="1427162" y="1052399"/>
            <a:ext cx="18360453" cy="12311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l">
              <a:defRPr sz="8000" b="0">
                <a:solidFill>
                  <a:srgbClr val="242423"/>
                </a:solidFill>
                <a:latin typeface="Montserrat Bold"/>
                <a:ea typeface="Montserrat Bold"/>
                <a:cs typeface="Montserrat Bold"/>
                <a:sym typeface="Montserrat Bold"/>
              </a:defRPr>
            </a:lvl1pPr>
          </a:lstStyle>
          <a:p>
            <a:r>
              <a:rPr lang="ru-RU" b="1" dirty="0">
                <a:solidFill>
                  <a:schemeClr val="accent2"/>
                </a:solidFill>
                <a:latin typeface="Arial" panose="020B0604020202020204" pitchFamily="34" charset="0"/>
                <a:cs typeface="Arial" panose="020B0604020202020204" pitchFamily="34" charset="0"/>
              </a:rPr>
              <a:t>Цель, задачи: </a:t>
            </a:r>
            <a:endParaRPr b="1" dirty="0">
              <a:solidFill>
                <a:schemeClr val="accent2"/>
              </a:solidFill>
              <a:latin typeface="Arial" panose="020B0604020202020204" pitchFamily="34" charset="0"/>
              <a:cs typeface="Arial" panose="020B0604020202020204" pitchFamily="34" charset="0"/>
            </a:endParaRPr>
          </a:p>
        </p:txBody>
      </p:sp>
      <p:sp>
        <p:nvSpPr>
          <p:cNvPr id="59" name="Lorem ipsum dolor sit amet, consectetur adipiscing elit, sed do eiusmod tempor incididunt ut labore et dolore magna aliqua. Arcu dictum varius duis at consectetur lorem donec. Volutpat maecenas volutpat blandit aliquam. Egestas quis ipsum suspendisse ult"/>
          <p:cNvSpPr txBox="1"/>
          <p:nvPr/>
        </p:nvSpPr>
        <p:spPr>
          <a:xfrm>
            <a:off x="975359" y="2540000"/>
            <a:ext cx="22876313" cy="78175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l" latinLnBrk="1"/>
            <a:r>
              <a:rPr lang="ru-RU" sz="4800" dirty="0">
                <a:solidFill>
                  <a:schemeClr val="accent1">
                    <a:lumMod val="75000"/>
                  </a:schemeClr>
                </a:solidFill>
                <a:latin typeface="Times New Roman" panose="02020603050405020304" pitchFamily="18" charset="0"/>
                <a:cs typeface="Times New Roman" panose="02020603050405020304" pitchFamily="18" charset="0"/>
              </a:rPr>
              <a:t>ЦЕЛЬ: </a:t>
            </a:r>
          </a:p>
          <a:p>
            <a:pPr algn="just" latinLnBrk="1"/>
            <a:r>
              <a:rPr lang="ru-RU" sz="4800" b="0" dirty="0">
                <a:solidFill>
                  <a:schemeClr val="tx1"/>
                </a:solidFill>
                <a:latin typeface="Times New Roman" panose="02020603050405020304" pitchFamily="18" charset="0"/>
                <a:cs typeface="Times New Roman" panose="02020603050405020304" pitchFamily="18" charset="0"/>
              </a:rPr>
              <a:t>Разработка программного комплекса для автоматизации учёта доходов и расходов малого бизнеса, включающего планирование бюджета, план-факт анализ и интерактивную отчётность с локальным хранением данных.</a:t>
            </a:r>
          </a:p>
          <a:p>
            <a:pPr algn="l" latinLnBrk="1"/>
            <a:endParaRPr lang="ru-RU" sz="4800" dirty="0">
              <a:solidFill>
                <a:schemeClr val="tx1"/>
              </a:solidFill>
              <a:latin typeface="Times New Roman" panose="02020603050405020304" pitchFamily="18" charset="0"/>
              <a:cs typeface="Times New Roman" panose="02020603050405020304" pitchFamily="18" charset="0"/>
            </a:endParaRPr>
          </a:p>
          <a:p>
            <a:pPr algn="l" latinLnBrk="1"/>
            <a:r>
              <a:rPr lang="ru-RU" sz="4800" dirty="0">
                <a:solidFill>
                  <a:schemeClr val="accent1">
                    <a:lumMod val="75000"/>
                  </a:schemeClr>
                </a:solidFill>
                <a:latin typeface="Times New Roman" panose="02020603050405020304" pitchFamily="18" charset="0"/>
                <a:cs typeface="Times New Roman" panose="02020603050405020304" pitchFamily="18" charset="0"/>
              </a:rPr>
              <a:t>ЗАДАЧИ ПРОЕКТА:</a:t>
            </a:r>
          </a:p>
          <a:p>
            <a:pPr algn="just" latinLnBrk="1"/>
            <a:r>
              <a:rPr lang="ru-RU" sz="4800" b="0" dirty="0">
                <a:solidFill>
                  <a:schemeClr val="tx1"/>
                </a:solidFill>
                <a:latin typeface="Times New Roman" panose="02020603050405020304" pitchFamily="18" charset="0"/>
                <a:cs typeface="Times New Roman" panose="02020603050405020304" pitchFamily="18" charset="0"/>
              </a:rPr>
              <a:t>- Разработка модульной системы учёта доходов и расходов</a:t>
            </a:r>
          </a:p>
          <a:p>
            <a:pPr algn="just" latinLnBrk="1"/>
            <a:r>
              <a:rPr lang="ru-RU" sz="4800" b="0" dirty="0">
                <a:solidFill>
                  <a:schemeClr val="tx1"/>
                </a:solidFill>
                <a:latin typeface="Times New Roman" panose="02020603050405020304" pitchFamily="18" charset="0"/>
                <a:cs typeface="Times New Roman" panose="02020603050405020304" pitchFamily="18" charset="0"/>
              </a:rPr>
              <a:t>- Автоматизация план-факт анализа бюджета</a:t>
            </a:r>
          </a:p>
          <a:p>
            <a:pPr algn="just" latinLnBrk="1"/>
            <a:r>
              <a:rPr lang="ru-RU" sz="4800" b="0" dirty="0">
                <a:solidFill>
                  <a:schemeClr val="tx1"/>
                </a:solidFill>
                <a:latin typeface="Times New Roman" panose="02020603050405020304" pitchFamily="18" charset="0"/>
                <a:cs typeface="Times New Roman" panose="02020603050405020304" pitchFamily="18" charset="0"/>
              </a:rPr>
              <a:t>- Создание интерактивной отчётности и визуализации</a:t>
            </a:r>
          </a:p>
          <a:p>
            <a:pPr algn="just" latinLnBrk="1"/>
            <a:r>
              <a:rPr lang="ru-RU" sz="4800" b="0" dirty="0">
                <a:solidFill>
                  <a:schemeClr val="tx1"/>
                </a:solidFill>
                <a:latin typeface="Times New Roman" panose="02020603050405020304" pitchFamily="18" charset="0"/>
                <a:cs typeface="Times New Roman" panose="02020603050405020304" pitchFamily="18" charset="0"/>
              </a:rPr>
              <a:t>- Обеспечение локальной работы без интернета</a:t>
            </a:r>
          </a:p>
          <a:p>
            <a:pPr algn="l" latinLnBrk="1"/>
            <a:endParaRPr lang="ru-RU" sz="2800" b="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p:cNvSpPr/>
          <p:nvPr/>
        </p:nvSpPr>
        <p:spPr>
          <a:xfrm>
            <a:off x="18637" y="-14025"/>
            <a:ext cx="20372484" cy="2557745"/>
          </a:xfrm>
          <a:prstGeom prst="rect">
            <a:avLst/>
          </a:prstGeom>
          <a:solidFill>
            <a:schemeClr val="accent2"/>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117" name="All the world is made of faith, and trust, and pixie dust.">
            <a:hlinkClick r:id="rId2" action="ppaction://hlinksldjump"/>
          </p:cNvPr>
          <p:cNvSpPr txBox="1"/>
          <p:nvPr/>
        </p:nvSpPr>
        <p:spPr>
          <a:xfrm>
            <a:off x="1427162" y="2939721"/>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l">
              <a:defRPr sz="8000" b="0">
                <a:solidFill>
                  <a:srgbClr val="242423"/>
                </a:solidFill>
                <a:latin typeface="Montserrat Bold"/>
                <a:ea typeface="Montserrat Bold"/>
                <a:cs typeface="Montserrat Bold"/>
                <a:sym typeface="Montserrat Bold"/>
              </a:defRPr>
            </a:lvl1pPr>
          </a:lstStyle>
          <a:p>
            <a:pPr algn="ctr"/>
            <a:r>
              <a:rPr lang="ru-RU" sz="6000" b="1" dirty="0" err="1">
                <a:solidFill>
                  <a:schemeClr val="accent2"/>
                </a:solidFill>
                <a:latin typeface="Arial" panose="020B0604020202020204" pitchFamily="34" charset="0"/>
                <a:cs typeface="Arial" panose="020B0604020202020204" pitchFamily="34" charset="0"/>
              </a:rPr>
              <a:t>Лиляков</a:t>
            </a:r>
            <a:r>
              <a:rPr lang="ru-RU" sz="6000" b="1" dirty="0">
                <a:solidFill>
                  <a:schemeClr val="accent2"/>
                </a:solidFill>
                <a:latin typeface="Arial" panose="020B0604020202020204" pitchFamily="34" charset="0"/>
                <a:cs typeface="Arial" panose="020B0604020202020204" pitchFamily="34" charset="0"/>
              </a:rPr>
              <a:t> Павел Викторович </a:t>
            </a:r>
          </a:p>
          <a:p>
            <a:pPr algn="ctr"/>
            <a:r>
              <a:rPr lang="ru-RU" sz="6000" b="1" dirty="0">
                <a:solidFill>
                  <a:schemeClr val="accent2"/>
                </a:solidFill>
                <a:latin typeface="Arial" panose="020B0604020202020204" pitchFamily="34" charset="0"/>
                <a:cs typeface="Arial" panose="020B0604020202020204" pitchFamily="34" charset="0"/>
              </a:rPr>
              <a:t>Модуль</a:t>
            </a:r>
            <a:r>
              <a:rPr lang="en-US" sz="6000" b="1" dirty="0">
                <a:solidFill>
                  <a:schemeClr val="accent2"/>
                </a:solidFill>
                <a:latin typeface="Arial" panose="020B0604020202020204" pitchFamily="34" charset="0"/>
                <a:cs typeface="Arial" panose="020B0604020202020204" pitchFamily="34" charset="0"/>
              </a:rPr>
              <a:t>: </a:t>
            </a:r>
            <a:r>
              <a:rPr lang="ru-RU" sz="6000" b="1" dirty="0">
                <a:solidFill>
                  <a:schemeClr val="accent2"/>
                </a:solidFill>
                <a:latin typeface="Arial" panose="020B0604020202020204" pitchFamily="34" charset="0"/>
                <a:cs typeface="Arial" panose="020B0604020202020204" pitchFamily="34" charset="0"/>
              </a:rPr>
              <a:t>Учёт операций </a:t>
            </a:r>
          </a:p>
        </p:txBody>
      </p:sp>
      <p:sp>
        <p:nvSpPr>
          <p:cNvPr id="13" name="Rectangle">
            <a:extLst>
              <a:ext uri="{FF2B5EF4-FFF2-40B4-BE49-F238E27FC236}">
                <a16:creationId xmlns:a16="http://schemas.microsoft.com/office/drawing/2014/main" id="{2AF0629E-AC8D-4736-A3AE-8B2CD3F89D46}"/>
              </a:ext>
            </a:extLst>
          </p:cNvPr>
          <p:cNvSpPr/>
          <p:nvPr/>
        </p:nvSpPr>
        <p:spPr>
          <a:xfrm>
            <a:off x="1427163" y="2577132"/>
            <a:ext cx="3017521" cy="143978"/>
          </a:xfrm>
          <a:prstGeom prst="rect">
            <a:avLst/>
          </a:prstGeom>
          <a:solidFill>
            <a:schemeClr val="accent2"/>
          </a:solid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dirty="0">
              <a:solidFill>
                <a:srgbClr val="171F29"/>
              </a:solidFill>
              <a:latin typeface="Arial Black" panose="020B0604020202020204" pitchFamily="34" charset="0"/>
              <a:cs typeface="Arial Black" panose="020B0604020202020204" pitchFamily="34" charset="0"/>
            </a:endParaRPr>
          </a:p>
        </p:txBody>
      </p:sp>
      <p:sp>
        <p:nvSpPr>
          <p:cNvPr id="18" name="Subtitle Text">
            <a:extLst>
              <a:ext uri="{FF2B5EF4-FFF2-40B4-BE49-F238E27FC236}">
                <a16:creationId xmlns:a16="http://schemas.microsoft.com/office/drawing/2014/main" id="{73F5F6BA-293F-4B35-97DF-B2D6CC0A27DB}"/>
              </a:ext>
            </a:extLst>
          </p:cNvPr>
          <p:cNvSpPr/>
          <p:nvPr/>
        </p:nvSpPr>
        <p:spPr>
          <a:xfrm>
            <a:off x="1427163" y="760765"/>
            <a:ext cx="9088438" cy="1008163"/>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numCol="1" anchor="t">
            <a:spAutoFit/>
          </a:bodyPr>
          <a:lstStyle>
            <a:lvl1pPr algn="l" defTabSz="457200">
              <a:lnSpc>
                <a:spcPct val="120000"/>
              </a:lnSpc>
              <a:defRPr sz="1400" cap="all" spc="1120">
                <a:solidFill>
                  <a:srgbClr val="242423"/>
                </a:solidFill>
                <a:latin typeface="Arial"/>
                <a:ea typeface="Arial"/>
                <a:cs typeface="Arial"/>
                <a:sym typeface="Arial"/>
              </a:defRPr>
            </a:lvl1pPr>
          </a:lstStyle>
          <a:p>
            <a:r>
              <a:rPr lang="ru-RU" sz="5400" spc="50" dirty="0">
                <a:ln w="0"/>
                <a:solidFill>
                  <a:schemeClr val="bg1"/>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Модули выполняли</a:t>
            </a:r>
            <a:r>
              <a:rPr sz="5400" spc="50" dirty="0">
                <a:ln w="0"/>
                <a:solidFill>
                  <a:schemeClr val="bg1"/>
                </a:solidFill>
                <a:effectLst>
                  <a:innerShdw blurRad="63500" dist="50800" dir="13500000">
                    <a:srgbClr val="000000">
                      <a:alpha val="50000"/>
                    </a:srgbClr>
                  </a:innerShdw>
                </a:effectLst>
                <a:latin typeface="Arial" panose="020B0604020202020204" pitchFamily="34" charset="0"/>
                <a:cs typeface="Arial" panose="020B0604020202020204" pitchFamily="34" charset="0"/>
              </a:rPr>
              <a:t> </a:t>
            </a:r>
          </a:p>
        </p:txBody>
      </p:sp>
      <p:sp>
        <p:nvSpPr>
          <p:cNvPr id="4" name="Circle">
            <a:extLst>
              <a:ext uri="{FF2B5EF4-FFF2-40B4-BE49-F238E27FC236}">
                <a16:creationId xmlns:a16="http://schemas.microsoft.com/office/drawing/2014/main" id="{D9151E77-5E8A-E5A3-F2EF-1C9C5F26A8BC}"/>
              </a:ext>
            </a:extLst>
          </p:cNvPr>
          <p:cNvSpPr/>
          <p:nvPr/>
        </p:nvSpPr>
        <p:spPr>
          <a:xfrm>
            <a:off x="22441118" y="11878734"/>
            <a:ext cx="571500" cy="571500"/>
          </a:xfrm>
          <a:prstGeom prst="ellipse">
            <a:avLst/>
          </a:prstGeom>
          <a:solidFill>
            <a:srgbClr val="FFFFFF"/>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5" name="Slide Number">
            <a:extLst>
              <a:ext uri="{FF2B5EF4-FFF2-40B4-BE49-F238E27FC236}">
                <a16:creationId xmlns:a16="http://schemas.microsoft.com/office/drawing/2014/main" id="{FF8B82AA-3924-A011-919D-D3384CB25334}"/>
              </a:ext>
            </a:extLst>
          </p:cNvPr>
          <p:cNvSpPr txBox="1">
            <a:spLocks noGrp="1"/>
          </p:cNvSpPr>
          <p:nvPr>
            <p:ph type="sldNum" sz="quarter" idx="4294967295"/>
          </p:nvPr>
        </p:nvSpPr>
        <p:spPr>
          <a:xfrm>
            <a:off x="21971260" y="11990278"/>
            <a:ext cx="1560643" cy="29898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400" b="1" i="0">
                <a:solidFill>
                  <a:srgbClr val="EFDD66"/>
                </a:solidFill>
                <a:latin typeface="Arial" panose="020B0604020202020204" pitchFamily="34" charset="0"/>
                <a:cs typeface="Arial" panose="020B0604020202020204" pitchFamily="34" charset="0"/>
              </a:defRPr>
            </a:lvl1pPr>
          </a:lstStyle>
          <a:p>
            <a:fld id="{86CB4B4D-7CA3-9044-876B-883B54F8677D}" type="slidenum">
              <a:rPr lang="en-RU" smtClean="0">
                <a:solidFill>
                  <a:srgbClr val="131313"/>
                </a:solidFill>
              </a:rPr>
              <a:pPr/>
              <a:t>3</a:t>
            </a:fld>
            <a:endParaRPr lang="en-RU" dirty="0">
              <a:solidFill>
                <a:srgbClr val="131313"/>
              </a:solidFill>
            </a:endParaRPr>
          </a:p>
        </p:txBody>
      </p:sp>
      <p:sp>
        <p:nvSpPr>
          <p:cNvPr id="25" name="All the world is made of faith, and trust, and pixie dust.">
            <a:extLst>
              <a:ext uri="{FF2B5EF4-FFF2-40B4-BE49-F238E27FC236}">
                <a16:creationId xmlns:a16="http://schemas.microsoft.com/office/drawing/2014/main" id="{4B2A8768-0D70-4AC7-B1D3-DF8B82F6E729}"/>
              </a:ext>
            </a:extLst>
          </p:cNvPr>
          <p:cNvSpPr txBox="1"/>
          <p:nvPr/>
        </p:nvSpPr>
        <p:spPr>
          <a:xfrm>
            <a:off x="1427162" y="5006265"/>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l">
              <a:defRPr sz="8000" b="0">
                <a:solidFill>
                  <a:srgbClr val="242423"/>
                </a:solidFill>
                <a:latin typeface="Montserrat Bold"/>
                <a:ea typeface="Montserrat Bold"/>
                <a:cs typeface="Montserrat Bold"/>
                <a:sym typeface="Montserrat Bold"/>
              </a:defRPr>
            </a:lvl1pPr>
          </a:lstStyle>
          <a:p>
            <a:pPr algn="ctr"/>
            <a:r>
              <a:rPr lang="ru-RU" sz="6000" b="1" dirty="0" err="1">
                <a:solidFill>
                  <a:schemeClr val="accent2"/>
                </a:solidFill>
                <a:latin typeface="Arial" panose="020B0604020202020204" pitchFamily="34" charset="0"/>
                <a:cs typeface="Arial" panose="020B0604020202020204" pitchFamily="34" charset="0"/>
              </a:rPr>
              <a:t>Самаричева</a:t>
            </a:r>
            <a:r>
              <a:rPr lang="ru-RU" sz="6000" b="1" dirty="0">
                <a:solidFill>
                  <a:schemeClr val="accent2"/>
                </a:solidFill>
                <a:latin typeface="Arial" panose="020B0604020202020204" pitchFamily="34" charset="0"/>
                <a:cs typeface="Arial" panose="020B0604020202020204" pitchFamily="34" charset="0"/>
              </a:rPr>
              <a:t> Елена Андреевна </a:t>
            </a:r>
          </a:p>
          <a:p>
            <a:pPr algn="ctr"/>
            <a:r>
              <a:rPr lang="ru-RU" sz="6000" b="1" dirty="0">
                <a:solidFill>
                  <a:schemeClr val="accent2"/>
                </a:solidFill>
                <a:latin typeface="Arial" panose="020B0604020202020204" pitchFamily="34" charset="0"/>
                <a:cs typeface="Arial" panose="020B0604020202020204" pitchFamily="34" charset="0"/>
              </a:rPr>
              <a:t>Модуль</a:t>
            </a:r>
            <a:r>
              <a:rPr lang="en-US" sz="6000" b="1" dirty="0">
                <a:solidFill>
                  <a:schemeClr val="accent2"/>
                </a:solidFill>
                <a:latin typeface="Arial" panose="020B0604020202020204" pitchFamily="34" charset="0"/>
                <a:cs typeface="Arial" panose="020B0604020202020204" pitchFamily="34" charset="0"/>
              </a:rPr>
              <a:t>: </a:t>
            </a:r>
            <a:r>
              <a:rPr lang="ru-RU" sz="6000" b="1" dirty="0">
                <a:solidFill>
                  <a:schemeClr val="accent2"/>
                </a:solidFill>
                <a:latin typeface="Arial" panose="020B0604020202020204" pitchFamily="34" charset="0"/>
                <a:cs typeface="Arial" panose="020B0604020202020204" pitchFamily="34" charset="0"/>
              </a:rPr>
              <a:t>Планирование бюджета</a:t>
            </a:r>
          </a:p>
        </p:txBody>
      </p:sp>
      <p:sp>
        <p:nvSpPr>
          <p:cNvPr id="26" name="All the world is made of faith, and trust, and pixie dust.">
            <a:extLst>
              <a:ext uri="{FF2B5EF4-FFF2-40B4-BE49-F238E27FC236}">
                <a16:creationId xmlns:a16="http://schemas.microsoft.com/office/drawing/2014/main" id="{7CF1DF29-F5B1-43BE-82BD-5081F15B5E1E}"/>
              </a:ext>
            </a:extLst>
          </p:cNvPr>
          <p:cNvSpPr txBox="1"/>
          <p:nvPr/>
        </p:nvSpPr>
        <p:spPr>
          <a:xfrm>
            <a:off x="1427162" y="7104309"/>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l">
              <a:defRPr sz="8000" b="0">
                <a:solidFill>
                  <a:srgbClr val="242423"/>
                </a:solidFill>
                <a:latin typeface="Montserrat Bold"/>
                <a:ea typeface="Montserrat Bold"/>
                <a:cs typeface="Montserrat Bold"/>
                <a:sym typeface="Montserrat Bold"/>
              </a:defRPr>
            </a:lvl1pPr>
          </a:lstStyle>
          <a:p>
            <a:pPr algn="ctr"/>
            <a:r>
              <a:rPr lang="ru-RU" sz="6000" b="1" dirty="0">
                <a:solidFill>
                  <a:schemeClr val="accent2"/>
                </a:solidFill>
                <a:latin typeface="Arial" panose="020B0604020202020204" pitchFamily="34" charset="0"/>
                <a:cs typeface="Arial" panose="020B0604020202020204" pitchFamily="34" charset="0"/>
              </a:rPr>
              <a:t>Кузьминов Максим Сергеевич </a:t>
            </a:r>
          </a:p>
          <a:p>
            <a:pPr algn="ctr"/>
            <a:r>
              <a:rPr lang="ru-RU" sz="6000" b="1" dirty="0">
                <a:solidFill>
                  <a:schemeClr val="accent2"/>
                </a:solidFill>
                <a:latin typeface="Arial" panose="020B0604020202020204" pitchFamily="34" charset="0"/>
                <a:cs typeface="Arial" panose="020B0604020202020204" pitchFamily="34" charset="0"/>
              </a:rPr>
              <a:t>Модуль</a:t>
            </a:r>
            <a:r>
              <a:rPr lang="en-US" sz="6000" b="1" dirty="0">
                <a:solidFill>
                  <a:schemeClr val="accent2"/>
                </a:solidFill>
                <a:latin typeface="Arial" panose="020B0604020202020204" pitchFamily="34" charset="0"/>
                <a:cs typeface="Arial" panose="020B0604020202020204" pitchFamily="34" charset="0"/>
              </a:rPr>
              <a:t>:</a:t>
            </a:r>
            <a:r>
              <a:rPr lang="ru-RU" sz="6000" b="1" dirty="0">
                <a:solidFill>
                  <a:schemeClr val="accent2"/>
                </a:solidFill>
                <a:latin typeface="Arial" panose="020B0604020202020204" pitchFamily="34" charset="0"/>
                <a:cs typeface="Arial" panose="020B0604020202020204" pitchFamily="34" charset="0"/>
              </a:rPr>
              <a:t> Аналитика</a:t>
            </a:r>
          </a:p>
        </p:txBody>
      </p:sp>
      <p:sp>
        <p:nvSpPr>
          <p:cNvPr id="27" name="All the world is made of faith, and trust, and pixie dust.">
            <a:extLst>
              <a:ext uri="{FF2B5EF4-FFF2-40B4-BE49-F238E27FC236}">
                <a16:creationId xmlns:a16="http://schemas.microsoft.com/office/drawing/2014/main" id="{E6D28898-93D1-4D88-9AE9-907527E2EBA4}"/>
              </a:ext>
            </a:extLst>
          </p:cNvPr>
          <p:cNvSpPr txBox="1"/>
          <p:nvPr/>
        </p:nvSpPr>
        <p:spPr>
          <a:xfrm>
            <a:off x="1427162" y="9202353"/>
            <a:ext cx="21013956" cy="1846659"/>
          </a:xfrm>
          <a:prstGeom prst="rect">
            <a:avLst/>
          </a:prstGeom>
          <a:ln w="12700">
            <a:solidFill>
              <a:srgbClr val="C8124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algn="l">
              <a:defRPr sz="8000" b="0">
                <a:solidFill>
                  <a:srgbClr val="242423"/>
                </a:solidFill>
                <a:latin typeface="Montserrat Bold"/>
                <a:ea typeface="Montserrat Bold"/>
                <a:cs typeface="Montserrat Bold"/>
                <a:sym typeface="Montserrat Bold"/>
              </a:defRPr>
            </a:lvl1pPr>
          </a:lstStyle>
          <a:p>
            <a:pPr algn="ctr"/>
            <a:r>
              <a:rPr lang="ru-RU" sz="6000" b="1" dirty="0" err="1">
                <a:solidFill>
                  <a:schemeClr val="accent2"/>
                </a:solidFill>
                <a:latin typeface="Arial" panose="020B0604020202020204" pitchFamily="34" charset="0"/>
                <a:cs typeface="Arial" panose="020B0604020202020204" pitchFamily="34" charset="0"/>
              </a:rPr>
              <a:t>Мамырбаева</a:t>
            </a:r>
            <a:r>
              <a:rPr lang="ru-RU" sz="6000" b="1" dirty="0">
                <a:solidFill>
                  <a:schemeClr val="accent2"/>
                </a:solidFill>
                <a:latin typeface="Arial" panose="020B0604020202020204" pitchFamily="34" charset="0"/>
                <a:cs typeface="Arial" panose="020B0604020202020204" pitchFamily="34" charset="0"/>
              </a:rPr>
              <a:t> Айгерим </a:t>
            </a:r>
            <a:r>
              <a:rPr lang="ru-RU" sz="6000" b="1" dirty="0" err="1">
                <a:solidFill>
                  <a:schemeClr val="accent2"/>
                </a:solidFill>
                <a:latin typeface="Arial" panose="020B0604020202020204" pitchFamily="34" charset="0"/>
                <a:cs typeface="Arial" panose="020B0604020202020204" pitchFamily="34" charset="0"/>
              </a:rPr>
              <a:t>Бактыяровна</a:t>
            </a:r>
            <a:r>
              <a:rPr lang="ru-RU" sz="6000" b="1" dirty="0">
                <a:solidFill>
                  <a:schemeClr val="accent2"/>
                </a:solidFill>
                <a:latin typeface="Arial" panose="020B0604020202020204" pitchFamily="34" charset="0"/>
                <a:cs typeface="Arial" panose="020B0604020202020204" pitchFamily="34" charset="0"/>
              </a:rPr>
              <a:t> </a:t>
            </a:r>
          </a:p>
          <a:p>
            <a:pPr algn="ctr"/>
            <a:r>
              <a:rPr lang="ru-RU" sz="6000" b="1" dirty="0">
                <a:solidFill>
                  <a:schemeClr val="accent2"/>
                </a:solidFill>
                <a:latin typeface="Arial" panose="020B0604020202020204" pitchFamily="34" charset="0"/>
                <a:cs typeface="Arial" panose="020B0604020202020204" pitchFamily="34" charset="0"/>
              </a:rPr>
              <a:t>Модуль</a:t>
            </a:r>
            <a:r>
              <a:rPr lang="en-US" sz="6000" b="1" dirty="0">
                <a:solidFill>
                  <a:schemeClr val="accent2"/>
                </a:solidFill>
                <a:latin typeface="Arial" panose="020B0604020202020204" pitchFamily="34" charset="0"/>
                <a:cs typeface="Arial" panose="020B0604020202020204" pitchFamily="34" charset="0"/>
              </a:rPr>
              <a:t>:</a:t>
            </a:r>
            <a:r>
              <a:rPr lang="ru-RU" sz="6000" b="1" dirty="0">
                <a:solidFill>
                  <a:schemeClr val="accent2"/>
                </a:solidFill>
                <a:latin typeface="Arial" panose="020B0604020202020204" pitchFamily="34" charset="0"/>
                <a:cs typeface="Arial" panose="020B0604020202020204" pitchFamily="34" charset="0"/>
              </a:rPr>
              <a:t> Справочники </a:t>
            </a:r>
          </a:p>
        </p:txBody>
      </p:sp>
      <p:sp>
        <p:nvSpPr>
          <p:cNvPr id="15" name="Прямоугольник 14">
            <a:hlinkClick r:id="rId2" action="ppaction://hlinksldjump"/>
            <a:extLst>
              <a:ext uri="{FF2B5EF4-FFF2-40B4-BE49-F238E27FC236}">
                <a16:creationId xmlns:a16="http://schemas.microsoft.com/office/drawing/2014/main" id="{0B7C840D-B613-414E-A485-F7FBDA90455E}"/>
              </a:ext>
            </a:extLst>
          </p:cNvPr>
          <p:cNvSpPr/>
          <p:nvPr/>
        </p:nvSpPr>
        <p:spPr>
          <a:xfrm>
            <a:off x="21416990" y="2965626"/>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0" name="Прямоугольник 29">
            <a:hlinkClick r:id="" action="ppaction://noaction"/>
            <a:extLst>
              <a:ext uri="{FF2B5EF4-FFF2-40B4-BE49-F238E27FC236}">
                <a16:creationId xmlns:a16="http://schemas.microsoft.com/office/drawing/2014/main" id="{9352154A-22FA-4760-9A06-37BBD77EEB17}"/>
              </a:ext>
            </a:extLst>
          </p:cNvPr>
          <p:cNvSpPr/>
          <p:nvPr/>
        </p:nvSpPr>
        <p:spPr>
          <a:xfrm>
            <a:off x="21416990" y="5001249"/>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1" name="Прямоугольник 30">
            <a:hlinkClick r:id="" action="ppaction://noaction"/>
            <a:extLst>
              <a:ext uri="{FF2B5EF4-FFF2-40B4-BE49-F238E27FC236}">
                <a16:creationId xmlns:a16="http://schemas.microsoft.com/office/drawing/2014/main" id="{C3E39073-8523-4A3D-A8FD-840CF84379DB}"/>
              </a:ext>
            </a:extLst>
          </p:cNvPr>
          <p:cNvSpPr/>
          <p:nvPr/>
        </p:nvSpPr>
        <p:spPr>
          <a:xfrm>
            <a:off x="21416990" y="7104309"/>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2" name="Прямоугольник 31">
            <a:hlinkClick r:id="" action="ppaction://noaction"/>
            <a:extLst>
              <a:ext uri="{FF2B5EF4-FFF2-40B4-BE49-F238E27FC236}">
                <a16:creationId xmlns:a16="http://schemas.microsoft.com/office/drawing/2014/main" id="{C59D291A-B749-49FF-B378-C223A9FAE50C}"/>
              </a:ext>
            </a:extLst>
          </p:cNvPr>
          <p:cNvSpPr/>
          <p:nvPr/>
        </p:nvSpPr>
        <p:spPr>
          <a:xfrm>
            <a:off x="21424362" y="9202353"/>
            <a:ext cx="1024128" cy="1846659"/>
          </a:xfrm>
          <a:prstGeom prst="rect">
            <a:avLst/>
          </a:prstGeom>
          <a:solidFill>
            <a:schemeClr val="accent2"/>
          </a:solidFill>
          <a:ln>
            <a:noFill/>
          </a:ln>
          <a:scene3d>
            <a:camera prst="orthographicFront"/>
            <a:lightRig rig="threePt" dir="t"/>
          </a:scene3d>
          <a:sp3d>
            <a:bevelT w="114300" prst="artDeco"/>
          </a:sp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a:ln>
                <a:noFill/>
              </a:ln>
              <a:solidFill>
                <a:srgbClr val="FFFFFF"/>
              </a:solidFill>
              <a:effectLst/>
              <a:uFillTx/>
              <a:latin typeface="+mn-lt"/>
              <a:ea typeface="+mn-ea"/>
              <a:cs typeface="+mn-cs"/>
              <a:sym typeface="Helvetica Neue Medium"/>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alpha val="0"/>
          </a:schemeClr>
        </a:solidFill>
        <a:effectLst/>
      </p:bgPr>
    </p:bg>
    <p:spTree>
      <p:nvGrpSpPr>
        <p:cNvPr id="1" name="">
          <a:extLst>
            <a:ext uri="{FF2B5EF4-FFF2-40B4-BE49-F238E27FC236}">
              <a16:creationId xmlns:a16="http://schemas.microsoft.com/office/drawing/2014/main" id="{1A1335D5-8C10-3842-85BB-A5821ECC1F48}"/>
            </a:ext>
          </a:extLst>
        </p:cNvPr>
        <p:cNvGrpSpPr/>
        <p:nvPr/>
      </p:nvGrpSpPr>
      <p:grpSpPr>
        <a:xfrm>
          <a:off x="0" y="0"/>
          <a:ext cx="0" cy="0"/>
          <a:chOff x="0" y="0"/>
          <a:chExt cx="0" cy="0"/>
        </a:xfrm>
      </p:grpSpPr>
      <p:pic>
        <p:nvPicPr>
          <p:cNvPr id="2" name="Рисунок 1">
            <a:extLst>
              <a:ext uri="{FF2B5EF4-FFF2-40B4-BE49-F238E27FC236}">
                <a16:creationId xmlns:a16="http://schemas.microsoft.com/office/drawing/2014/main" id="{38A86818-350C-62FF-33F9-9A91E75480A9}"/>
              </a:ext>
            </a:extLst>
          </p:cNvPr>
          <p:cNvPicPr>
            <a:picLocks noChangeAspect="1"/>
          </p:cNvPicPr>
          <p:nvPr/>
        </p:nvPicPr>
        <p:blipFill>
          <a:blip r:embed="rId2"/>
          <a:stretch>
            <a:fillRect/>
          </a:stretch>
        </p:blipFill>
        <p:spPr>
          <a:xfrm>
            <a:off x="0" y="0"/>
            <a:ext cx="20309983" cy="13716000"/>
          </a:xfrm>
          <a:prstGeom prst="rect">
            <a:avLst/>
          </a:prstGeom>
        </p:spPr>
      </p:pic>
      <p:sp>
        <p:nvSpPr>
          <p:cNvPr id="3" name="All the world is made of faith, and trust, and pixie dust.">
            <a:extLst>
              <a:ext uri="{FF2B5EF4-FFF2-40B4-BE49-F238E27FC236}">
                <a16:creationId xmlns:a16="http://schemas.microsoft.com/office/drawing/2014/main" id="{76150557-5A2A-E777-5741-9B23A6838C8D}"/>
              </a:ext>
            </a:extLst>
          </p:cNvPr>
          <p:cNvSpPr txBox="1"/>
          <p:nvPr/>
        </p:nvSpPr>
        <p:spPr>
          <a:xfrm>
            <a:off x="23619854" y="794595"/>
            <a:ext cx="668927" cy="117365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3600" b="1" dirty="0">
                <a:solidFill>
                  <a:schemeClr val="accent1">
                    <a:lumMod val="75000"/>
                  </a:schemeClr>
                </a:solidFill>
                <a:latin typeface="Arial" panose="020B0604020202020204" pitchFamily="34" charset="0"/>
                <a:cs typeface="Arial" panose="020B0604020202020204" pitchFamily="34" charset="0"/>
              </a:rPr>
              <a:t>МОДЕЛЬ БИЗНЕС-ПРОЦЕССОВ</a:t>
            </a:r>
            <a:endParaRPr lang="ru-RU" sz="3600" dirty="0">
              <a:solidFill>
                <a:schemeClr val="accent1">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677365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alpha val="0"/>
          </a:schemeClr>
        </a:solidFill>
        <a:effectLst/>
      </p:bgPr>
    </p:bg>
    <p:spTree>
      <p:nvGrpSpPr>
        <p:cNvPr id="1" name="">
          <a:extLst>
            <a:ext uri="{FF2B5EF4-FFF2-40B4-BE49-F238E27FC236}">
              <a16:creationId xmlns:a16="http://schemas.microsoft.com/office/drawing/2014/main" id="{34A1CE7E-8903-0DE5-1818-1B4B46EBDC12}"/>
            </a:ext>
          </a:extLst>
        </p:cNvPr>
        <p:cNvGrpSpPr/>
        <p:nvPr/>
      </p:nvGrpSpPr>
      <p:grpSpPr>
        <a:xfrm>
          <a:off x="0" y="0"/>
          <a:ext cx="0" cy="0"/>
          <a:chOff x="0" y="0"/>
          <a:chExt cx="0" cy="0"/>
        </a:xfrm>
      </p:grpSpPr>
      <p:sp>
        <p:nvSpPr>
          <p:cNvPr id="3" name="All the world is made of faith, and trust, and pixie dust.">
            <a:extLst>
              <a:ext uri="{FF2B5EF4-FFF2-40B4-BE49-F238E27FC236}">
                <a16:creationId xmlns:a16="http://schemas.microsoft.com/office/drawing/2014/main" id="{53C26C97-3B7F-BFED-487C-8180635FD5DD}"/>
              </a:ext>
            </a:extLst>
          </p:cNvPr>
          <p:cNvSpPr txBox="1"/>
          <p:nvPr/>
        </p:nvSpPr>
        <p:spPr>
          <a:xfrm>
            <a:off x="23619854" y="794595"/>
            <a:ext cx="668927" cy="117365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3600" b="1" dirty="0">
                <a:solidFill>
                  <a:schemeClr val="accent1">
                    <a:lumMod val="75000"/>
                  </a:schemeClr>
                </a:solidFill>
                <a:latin typeface="Arial" panose="020B0604020202020204" pitchFamily="34" charset="0"/>
                <a:cs typeface="Arial" panose="020B0604020202020204" pitchFamily="34" charset="0"/>
              </a:rPr>
              <a:t>МОДЕЛЬ БИЗНЕС-ПРОЦЕССОВ</a:t>
            </a:r>
            <a:endParaRPr lang="ru-RU" sz="3600" dirty="0">
              <a:solidFill>
                <a:schemeClr val="accent1">
                  <a:lumMod val="75000"/>
                </a:schemeClr>
              </a:solidFill>
              <a:latin typeface="Arial" panose="020B0604020202020204" pitchFamily="34" charset="0"/>
              <a:cs typeface="Arial" panose="020B0604020202020204" pitchFamily="34" charset="0"/>
            </a:endParaRPr>
          </a:p>
        </p:txBody>
      </p:sp>
      <p:pic>
        <p:nvPicPr>
          <p:cNvPr id="4" name="Рисунок 3">
            <a:extLst>
              <a:ext uri="{FF2B5EF4-FFF2-40B4-BE49-F238E27FC236}">
                <a16:creationId xmlns:a16="http://schemas.microsoft.com/office/drawing/2014/main" id="{152BC87C-D183-1EFD-FBF1-8258B338B10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33000"/>
                    </a14:imgEffect>
                  </a14:imgLayer>
                </a14:imgProps>
              </a:ext>
            </a:extLst>
          </a:blip>
          <a:stretch>
            <a:fillRect/>
          </a:stretch>
        </p:blipFill>
        <p:spPr>
          <a:xfrm>
            <a:off x="0" y="0"/>
            <a:ext cx="20430128" cy="13716000"/>
          </a:xfrm>
          <a:prstGeom prst="rect">
            <a:avLst/>
          </a:prstGeom>
        </p:spPr>
      </p:pic>
    </p:spTree>
    <p:extLst>
      <p:ext uri="{BB962C8B-B14F-4D97-AF65-F5344CB8AC3E}">
        <p14:creationId xmlns:p14="http://schemas.microsoft.com/office/powerpoint/2010/main" val="107495943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alpha val="0"/>
          </a:schemeClr>
        </a:solidFill>
        <a:effectLst/>
      </p:bgPr>
    </p:bg>
    <p:spTree>
      <p:nvGrpSpPr>
        <p:cNvPr id="1" name="">
          <a:extLst>
            <a:ext uri="{FF2B5EF4-FFF2-40B4-BE49-F238E27FC236}">
              <a16:creationId xmlns:a16="http://schemas.microsoft.com/office/drawing/2014/main" id="{B98E7CB2-EF15-F91D-526F-7779879C1620}"/>
            </a:ext>
          </a:extLst>
        </p:cNvPr>
        <p:cNvGrpSpPr/>
        <p:nvPr/>
      </p:nvGrpSpPr>
      <p:grpSpPr>
        <a:xfrm>
          <a:off x="0" y="0"/>
          <a:ext cx="0" cy="0"/>
          <a:chOff x="0" y="0"/>
          <a:chExt cx="0" cy="0"/>
        </a:xfrm>
      </p:grpSpPr>
      <p:pic>
        <p:nvPicPr>
          <p:cNvPr id="2" name="Рисунок 1">
            <a:extLst>
              <a:ext uri="{FF2B5EF4-FFF2-40B4-BE49-F238E27FC236}">
                <a16:creationId xmlns:a16="http://schemas.microsoft.com/office/drawing/2014/main" id="{02621C2C-DAB4-8C3D-ECF5-434746224DA6}"/>
              </a:ext>
            </a:extLst>
          </p:cNvPr>
          <p:cNvPicPr>
            <a:picLocks noChangeAspect="1"/>
          </p:cNvPicPr>
          <p:nvPr/>
        </p:nvPicPr>
        <p:blipFill>
          <a:blip r:embed="rId2"/>
          <a:srcRect l="1186" t="6823"/>
          <a:stretch>
            <a:fillRect/>
          </a:stretch>
        </p:blipFill>
        <p:spPr>
          <a:xfrm>
            <a:off x="0" y="0"/>
            <a:ext cx="20381751" cy="13716000"/>
          </a:xfrm>
          <a:prstGeom prst="rect">
            <a:avLst/>
          </a:prstGeom>
        </p:spPr>
      </p:pic>
      <p:sp>
        <p:nvSpPr>
          <p:cNvPr id="5" name="All the world is made of faith, and trust, and pixie dust.">
            <a:extLst>
              <a:ext uri="{FF2B5EF4-FFF2-40B4-BE49-F238E27FC236}">
                <a16:creationId xmlns:a16="http://schemas.microsoft.com/office/drawing/2014/main" id="{7478C161-9C83-1D97-20C5-A89955FB6CA7}"/>
              </a:ext>
            </a:extLst>
          </p:cNvPr>
          <p:cNvSpPr txBox="1"/>
          <p:nvPr/>
        </p:nvSpPr>
        <p:spPr>
          <a:xfrm>
            <a:off x="23513249" y="404950"/>
            <a:ext cx="595004" cy="129060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3200" b="1" dirty="0">
                <a:solidFill>
                  <a:schemeClr val="accent1">
                    <a:lumMod val="75000"/>
                  </a:schemeClr>
                </a:solidFill>
                <a:latin typeface="Arial" panose="020B0604020202020204" pitchFamily="34" charset="0"/>
                <a:cs typeface="Arial" panose="020B0604020202020204" pitchFamily="34" charset="0"/>
              </a:rPr>
              <a:t>ТРЕБОВАНИЯ К РАЗРАБОТАННОЙ ИС</a:t>
            </a:r>
          </a:p>
        </p:txBody>
      </p:sp>
    </p:spTree>
    <p:extLst>
      <p:ext uri="{BB962C8B-B14F-4D97-AF65-F5344CB8AC3E}">
        <p14:creationId xmlns:p14="http://schemas.microsoft.com/office/powerpoint/2010/main" val="363370450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alpha val="0"/>
          </a:schemeClr>
        </a:solidFill>
        <a:effectLst/>
      </p:bgPr>
    </p:bg>
    <p:spTree>
      <p:nvGrpSpPr>
        <p:cNvPr id="1" name="">
          <a:extLst>
            <a:ext uri="{FF2B5EF4-FFF2-40B4-BE49-F238E27FC236}">
              <a16:creationId xmlns:a16="http://schemas.microsoft.com/office/drawing/2014/main" id="{180C511E-2D93-6D58-7E0E-D4D0159B241C}"/>
            </a:ext>
          </a:extLst>
        </p:cNvPr>
        <p:cNvGrpSpPr/>
        <p:nvPr/>
      </p:nvGrpSpPr>
      <p:grpSpPr>
        <a:xfrm>
          <a:off x="0" y="0"/>
          <a:ext cx="0" cy="0"/>
          <a:chOff x="0" y="0"/>
          <a:chExt cx="0" cy="0"/>
        </a:xfrm>
      </p:grpSpPr>
      <p:pic>
        <p:nvPicPr>
          <p:cNvPr id="3" name="Рисунок 2">
            <a:extLst>
              <a:ext uri="{FF2B5EF4-FFF2-40B4-BE49-F238E27FC236}">
                <a16:creationId xmlns:a16="http://schemas.microsoft.com/office/drawing/2014/main" id="{AAB0E053-2C63-C5AF-278E-26F5061B9E1A}"/>
              </a:ext>
            </a:extLst>
          </p:cNvPr>
          <p:cNvPicPr>
            <a:picLocks noChangeAspect="1"/>
          </p:cNvPicPr>
          <p:nvPr/>
        </p:nvPicPr>
        <p:blipFill>
          <a:blip r:embed="rId2"/>
          <a:stretch>
            <a:fillRect/>
          </a:stretch>
        </p:blipFill>
        <p:spPr>
          <a:xfrm>
            <a:off x="2076773" y="0"/>
            <a:ext cx="17721597" cy="13684910"/>
          </a:xfrm>
          <a:prstGeom prst="rect">
            <a:avLst/>
          </a:prstGeom>
        </p:spPr>
      </p:pic>
      <p:sp>
        <p:nvSpPr>
          <p:cNvPr id="4" name="All the world is made of faith, and trust, and pixie dust.">
            <a:extLst>
              <a:ext uri="{FF2B5EF4-FFF2-40B4-BE49-F238E27FC236}">
                <a16:creationId xmlns:a16="http://schemas.microsoft.com/office/drawing/2014/main" id="{7643F0FD-6DC5-0718-DDF9-C8235507C7BF}"/>
              </a:ext>
            </a:extLst>
          </p:cNvPr>
          <p:cNvSpPr txBox="1"/>
          <p:nvPr/>
        </p:nvSpPr>
        <p:spPr>
          <a:xfrm>
            <a:off x="23668383" y="0"/>
            <a:ext cx="621956" cy="139525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3600" b="1" dirty="0">
                <a:solidFill>
                  <a:schemeClr val="accent1">
                    <a:lumMod val="75000"/>
                  </a:schemeClr>
                </a:solidFill>
                <a:latin typeface="Arial" panose="020B0604020202020204" pitchFamily="34" charset="0"/>
                <a:cs typeface="Arial" panose="020B0604020202020204" pitchFamily="34" charset="0"/>
              </a:rPr>
              <a:t>ИНФОРМАЦИОННОЕ ОБЕСПЕЧЕНИЕ</a:t>
            </a:r>
          </a:p>
        </p:txBody>
      </p:sp>
    </p:spTree>
    <p:extLst>
      <p:ext uri="{BB962C8B-B14F-4D97-AF65-F5344CB8AC3E}">
        <p14:creationId xmlns:p14="http://schemas.microsoft.com/office/powerpoint/2010/main" val="40732748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alpha val="0"/>
          </a:schemeClr>
        </a:solidFill>
        <a:effectLst/>
      </p:bgPr>
    </p:bg>
    <p:spTree>
      <p:nvGrpSpPr>
        <p:cNvPr id="1" name="">
          <a:extLst>
            <a:ext uri="{FF2B5EF4-FFF2-40B4-BE49-F238E27FC236}">
              <a16:creationId xmlns:a16="http://schemas.microsoft.com/office/drawing/2014/main" id="{DD96AA48-48F3-06CA-38FA-8D0A359F45AA}"/>
            </a:ext>
          </a:extLst>
        </p:cNvPr>
        <p:cNvGrpSpPr/>
        <p:nvPr/>
      </p:nvGrpSpPr>
      <p:grpSpPr>
        <a:xfrm>
          <a:off x="0" y="0"/>
          <a:ext cx="0" cy="0"/>
          <a:chOff x="0" y="0"/>
          <a:chExt cx="0" cy="0"/>
        </a:xfrm>
      </p:grpSpPr>
      <p:sp>
        <p:nvSpPr>
          <p:cNvPr id="4" name="All the world is made of faith, and trust, and pixie dust.">
            <a:extLst>
              <a:ext uri="{FF2B5EF4-FFF2-40B4-BE49-F238E27FC236}">
                <a16:creationId xmlns:a16="http://schemas.microsoft.com/office/drawing/2014/main" id="{8BA3E91A-8745-2E29-FC6F-9C9BC049960A}"/>
              </a:ext>
            </a:extLst>
          </p:cNvPr>
          <p:cNvSpPr txBox="1"/>
          <p:nvPr/>
        </p:nvSpPr>
        <p:spPr>
          <a:xfrm>
            <a:off x="23668383" y="712727"/>
            <a:ext cx="621956" cy="12290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3600" b="1" dirty="0">
                <a:solidFill>
                  <a:schemeClr val="accent1">
                    <a:lumMod val="75000"/>
                  </a:schemeClr>
                </a:solidFill>
                <a:latin typeface="Arial" panose="020B0604020202020204" pitchFamily="34" charset="0"/>
                <a:cs typeface="Arial" panose="020B0604020202020204" pitchFamily="34" charset="0"/>
              </a:rPr>
              <a:t>ПРОГРАММНОЕ ОБЕСПЕЧЕНИЕ</a:t>
            </a:r>
          </a:p>
        </p:txBody>
      </p:sp>
      <p:pic>
        <p:nvPicPr>
          <p:cNvPr id="2" name="Рисунок 1">
            <a:extLst>
              <a:ext uri="{FF2B5EF4-FFF2-40B4-BE49-F238E27FC236}">
                <a16:creationId xmlns:a16="http://schemas.microsoft.com/office/drawing/2014/main" id="{9C4C7BEF-F6D8-98B5-C2DD-DD93C0B8D97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4000"/>
                    </a14:imgEffect>
                  </a14:imgLayer>
                </a14:imgProps>
              </a:ext>
            </a:extLst>
          </a:blip>
          <a:stretch>
            <a:fillRect/>
          </a:stretch>
        </p:blipFill>
        <p:spPr>
          <a:xfrm>
            <a:off x="0" y="0"/>
            <a:ext cx="20167776" cy="13716000"/>
          </a:xfrm>
          <a:prstGeom prst="rect">
            <a:avLst/>
          </a:prstGeom>
        </p:spPr>
      </p:pic>
    </p:spTree>
    <p:extLst>
      <p:ext uri="{BB962C8B-B14F-4D97-AF65-F5344CB8AC3E}">
        <p14:creationId xmlns:p14="http://schemas.microsoft.com/office/powerpoint/2010/main" val="120393825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9FB"/>
        </a:solidFill>
        <a:effectLst/>
      </p:bgPr>
    </p:bg>
    <p:spTree>
      <p:nvGrpSpPr>
        <p:cNvPr id="1" name="">
          <a:extLst>
            <a:ext uri="{FF2B5EF4-FFF2-40B4-BE49-F238E27FC236}">
              <a16:creationId xmlns:a16="http://schemas.microsoft.com/office/drawing/2014/main" id="{9D0B64A5-B18C-B2B9-CB9F-A6B41CA18766}"/>
            </a:ext>
          </a:extLst>
        </p:cNvPr>
        <p:cNvGrpSpPr/>
        <p:nvPr/>
      </p:nvGrpSpPr>
      <p:grpSpPr>
        <a:xfrm>
          <a:off x="0" y="0"/>
          <a:ext cx="0" cy="0"/>
          <a:chOff x="0" y="0"/>
          <a:chExt cx="0" cy="0"/>
        </a:xfrm>
      </p:grpSpPr>
      <p:sp>
        <p:nvSpPr>
          <p:cNvPr id="4" name="All the world is made of faith, and trust, and pixie dust.">
            <a:extLst>
              <a:ext uri="{FF2B5EF4-FFF2-40B4-BE49-F238E27FC236}">
                <a16:creationId xmlns:a16="http://schemas.microsoft.com/office/drawing/2014/main" id="{C6CBA780-F760-1387-6253-89AE6C86FFDD}"/>
              </a:ext>
            </a:extLst>
          </p:cNvPr>
          <p:cNvSpPr txBox="1"/>
          <p:nvPr/>
        </p:nvSpPr>
        <p:spPr>
          <a:xfrm>
            <a:off x="23668383" y="712727"/>
            <a:ext cx="621956" cy="128445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3600" b="1" dirty="0">
                <a:solidFill>
                  <a:schemeClr val="accent1">
                    <a:lumMod val="75000"/>
                  </a:schemeClr>
                </a:solidFill>
              </a:rPr>
              <a:t>МЕТОДЫ</a:t>
            </a:r>
            <a:r>
              <a:rPr lang="en-US" sz="3600" b="1" dirty="0">
                <a:solidFill>
                  <a:schemeClr val="accent1">
                    <a:lumMod val="75000"/>
                  </a:schemeClr>
                </a:solidFill>
              </a:rPr>
              <a:t>, </a:t>
            </a:r>
            <a:r>
              <a:rPr lang="ru-RU" sz="3600" b="1" dirty="0">
                <a:solidFill>
                  <a:schemeClr val="accent1">
                    <a:lumMod val="75000"/>
                  </a:schemeClr>
                </a:solidFill>
              </a:rPr>
              <a:t>МОДУЛИ И АЛГОРИТМЫ</a:t>
            </a:r>
            <a:endParaRPr lang="ru-RU" sz="3600" b="1" dirty="0">
              <a:solidFill>
                <a:schemeClr val="accent1">
                  <a:lumMod val="75000"/>
                </a:schemeClr>
              </a:solidFill>
              <a:latin typeface="Arial" panose="020B0604020202020204" pitchFamily="34" charset="0"/>
              <a:cs typeface="Arial" panose="020B0604020202020204" pitchFamily="34" charset="0"/>
            </a:endParaRPr>
          </a:p>
        </p:txBody>
      </p:sp>
      <p:pic>
        <p:nvPicPr>
          <p:cNvPr id="3" name="Рисунок 2">
            <a:extLst>
              <a:ext uri="{FF2B5EF4-FFF2-40B4-BE49-F238E27FC236}">
                <a16:creationId xmlns:a16="http://schemas.microsoft.com/office/drawing/2014/main" id="{3FED26AE-BE25-ADE1-B32C-CC1ECFC8765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4000"/>
                    </a14:imgEffect>
                  </a14:imgLayer>
                </a14:imgProps>
              </a:ext>
            </a:extLst>
          </a:blip>
          <a:stretch>
            <a:fillRect/>
          </a:stretch>
        </p:blipFill>
        <p:spPr>
          <a:xfrm>
            <a:off x="7477071" y="1"/>
            <a:ext cx="10129003" cy="13716000"/>
          </a:xfrm>
          <a:prstGeom prst="rect">
            <a:avLst/>
          </a:prstGeom>
          <a:effectLst>
            <a:softEdge rad="0"/>
          </a:effectLst>
        </p:spPr>
      </p:pic>
    </p:spTree>
    <p:extLst>
      <p:ext uri="{BB962C8B-B14F-4D97-AF65-F5344CB8AC3E}">
        <p14:creationId xmlns:p14="http://schemas.microsoft.com/office/powerpoint/2010/main" val="128531245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BD4751A-DCC3-298A-9308-8AEAE24655B8}"/>
            </a:ext>
          </a:extLst>
        </p:cNvPr>
        <p:cNvGrpSpPr/>
        <p:nvPr/>
      </p:nvGrpSpPr>
      <p:grpSpPr>
        <a:xfrm>
          <a:off x="0" y="0"/>
          <a:ext cx="0" cy="0"/>
          <a:chOff x="0" y="0"/>
          <a:chExt cx="0" cy="0"/>
        </a:xfrm>
      </p:grpSpPr>
      <p:sp>
        <p:nvSpPr>
          <p:cNvPr id="7" name="Rectangle">
            <a:extLst>
              <a:ext uri="{FF2B5EF4-FFF2-40B4-BE49-F238E27FC236}">
                <a16:creationId xmlns:a16="http://schemas.microsoft.com/office/drawing/2014/main" id="{4D13C159-0CA0-0F41-E203-9D11AC26A481}"/>
              </a:ext>
            </a:extLst>
          </p:cNvPr>
          <p:cNvSpPr/>
          <p:nvPr/>
        </p:nvSpPr>
        <p:spPr>
          <a:xfrm>
            <a:off x="349" y="2139697"/>
            <a:ext cx="24383652" cy="4718304"/>
          </a:xfrm>
          <a:prstGeom prst="rect">
            <a:avLst/>
          </a:prstGeom>
          <a:solidFill>
            <a:srgbClr val="FEFEFE"/>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Управляющая кнопка: документ 1">
            <a:hlinkClick r:id="rId2" action="ppaction://hlinksldjump" highlightClick="1"/>
            <a:extLst>
              <a:ext uri="{FF2B5EF4-FFF2-40B4-BE49-F238E27FC236}">
                <a16:creationId xmlns:a16="http://schemas.microsoft.com/office/drawing/2014/main" id="{D41B8FB9-74B1-0CCE-D7E3-318281560418}"/>
              </a:ext>
            </a:extLst>
          </p:cNvPr>
          <p:cNvSpPr/>
          <p:nvPr/>
        </p:nvSpPr>
        <p:spPr>
          <a:xfrm>
            <a:off x="23134320" y="12435838"/>
            <a:ext cx="1115568" cy="1170433"/>
          </a:xfrm>
          <a:prstGeom prst="actionButtonDocumen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ru-RU" sz="3200" b="0" i="0" u="none" strike="noStrike" cap="none" spc="0" normalizeH="0" baseline="0" dirty="0">
              <a:ln>
                <a:noFill/>
              </a:ln>
              <a:solidFill>
                <a:srgbClr val="FFFFFF"/>
              </a:solidFill>
              <a:effectLst/>
              <a:uFillTx/>
              <a:latin typeface="+mn-lt"/>
              <a:ea typeface="+mn-ea"/>
              <a:cs typeface="+mn-cs"/>
              <a:sym typeface="Helvetica Neue Medium"/>
            </a:endParaRPr>
          </a:p>
        </p:txBody>
      </p:sp>
      <p:pic>
        <p:nvPicPr>
          <p:cNvPr id="4" name="Рисунок 3">
            <a:extLst>
              <a:ext uri="{FF2B5EF4-FFF2-40B4-BE49-F238E27FC236}">
                <a16:creationId xmlns:a16="http://schemas.microsoft.com/office/drawing/2014/main" id="{B729B1D9-D1FA-5AA9-3AD3-EAAD00C950C2}"/>
              </a:ext>
            </a:extLst>
          </p:cNvPr>
          <p:cNvPicPr>
            <a:picLocks noChangeAspect="1"/>
          </p:cNvPicPr>
          <p:nvPr/>
        </p:nvPicPr>
        <p:blipFill>
          <a:blip r:embed="rId3"/>
          <a:stretch>
            <a:fillRect/>
          </a:stretch>
        </p:blipFill>
        <p:spPr>
          <a:xfrm>
            <a:off x="1658319" y="2139697"/>
            <a:ext cx="20265506" cy="11576303"/>
          </a:xfrm>
          <a:prstGeom prst="rect">
            <a:avLst/>
          </a:prstGeom>
        </p:spPr>
      </p:pic>
      <p:sp>
        <p:nvSpPr>
          <p:cNvPr id="3" name="All the world is made of faith, and trust, and pixie dust.">
            <a:extLst>
              <a:ext uri="{FF2B5EF4-FFF2-40B4-BE49-F238E27FC236}">
                <a16:creationId xmlns:a16="http://schemas.microsoft.com/office/drawing/2014/main" id="{B4EFDA94-273E-8EFF-9BC4-2A9989C9CD42}"/>
              </a:ext>
            </a:extLst>
          </p:cNvPr>
          <p:cNvSpPr txBox="1"/>
          <p:nvPr/>
        </p:nvSpPr>
        <p:spPr>
          <a:xfrm>
            <a:off x="5324003" y="644617"/>
            <a:ext cx="13735993" cy="10259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6000" b="1" cap="all" dirty="0">
                <a:solidFill>
                  <a:schemeClr val="bg1"/>
                </a:solidFill>
                <a:latin typeface="Arial" panose="020B0604020202020204" pitchFamily="34" charset="0"/>
                <a:cs typeface="Arial" panose="020B0604020202020204" pitchFamily="34" charset="0"/>
                <a:sym typeface="+mn-ea"/>
              </a:rPr>
              <a:t> модуль учета операций</a:t>
            </a:r>
            <a:endParaRPr lang="ru-RU" sz="6000" cap="all"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414242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9FB"/>
        </a:solidFill>
        <a:effectLst/>
      </p:bgPr>
    </p:bg>
    <p:spTree>
      <p:nvGrpSpPr>
        <p:cNvPr id="1" name="">
          <a:extLst>
            <a:ext uri="{FF2B5EF4-FFF2-40B4-BE49-F238E27FC236}">
              <a16:creationId xmlns:a16="http://schemas.microsoft.com/office/drawing/2014/main" id="{3782408C-85F4-F0E1-D928-C27E91BF8E52}"/>
            </a:ext>
          </a:extLst>
        </p:cNvPr>
        <p:cNvGrpSpPr/>
        <p:nvPr/>
      </p:nvGrpSpPr>
      <p:grpSpPr>
        <a:xfrm>
          <a:off x="0" y="0"/>
          <a:ext cx="0" cy="0"/>
          <a:chOff x="0" y="0"/>
          <a:chExt cx="0" cy="0"/>
        </a:xfrm>
      </p:grpSpPr>
      <p:sp>
        <p:nvSpPr>
          <p:cNvPr id="4" name="All the world is made of faith, and trust, and pixie dust.">
            <a:extLst>
              <a:ext uri="{FF2B5EF4-FFF2-40B4-BE49-F238E27FC236}">
                <a16:creationId xmlns:a16="http://schemas.microsoft.com/office/drawing/2014/main" id="{D7D289DB-DE51-9448-9F2A-50F7F566DACE}"/>
              </a:ext>
            </a:extLst>
          </p:cNvPr>
          <p:cNvSpPr txBox="1"/>
          <p:nvPr/>
        </p:nvSpPr>
        <p:spPr>
          <a:xfrm>
            <a:off x="23668383" y="-186174"/>
            <a:ext cx="621956" cy="136447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4400" b="1" cap="all" dirty="0">
                <a:solidFill>
                  <a:schemeClr val="accent1">
                    <a:lumMod val="75000"/>
                  </a:schemeClr>
                </a:solidFill>
                <a:latin typeface="Arial" panose="020B0604020202020204" pitchFamily="34" charset="0"/>
                <a:cs typeface="Arial" panose="020B0604020202020204" pitchFamily="34" charset="0"/>
                <a:sym typeface="+mn-ea"/>
              </a:rPr>
              <a:t> модуль учета операций</a:t>
            </a:r>
            <a:endParaRPr lang="ru-RU" sz="4400" cap="all" dirty="0">
              <a:solidFill>
                <a:schemeClr val="accent1">
                  <a:lumMod val="75000"/>
                </a:schemeClr>
              </a:solidFill>
              <a:latin typeface="Arial" panose="020B0604020202020204" pitchFamily="34" charset="0"/>
              <a:cs typeface="Arial" panose="020B0604020202020204" pitchFamily="34" charset="0"/>
            </a:endParaRPr>
          </a:p>
        </p:txBody>
      </p:sp>
      <p:pic>
        <p:nvPicPr>
          <p:cNvPr id="2" name="Рисунок 1">
            <a:extLst>
              <a:ext uri="{FF2B5EF4-FFF2-40B4-BE49-F238E27FC236}">
                <a16:creationId xmlns:a16="http://schemas.microsoft.com/office/drawing/2014/main" id="{A3F4202C-062C-D2A4-4BFC-0C30C9D80A74}"/>
              </a:ext>
            </a:extLst>
          </p:cNvPr>
          <p:cNvPicPr>
            <a:picLocks noChangeAspect="1"/>
          </p:cNvPicPr>
          <p:nvPr/>
        </p:nvPicPr>
        <p:blipFill>
          <a:blip r:embed="rId2"/>
          <a:stretch>
            <a:fillRect/>
          </a:stretch>
        </p:blipFill>
        <p:spPr>
          <a:xfrm>
            <a:off x="0" y="511443"/>
            <a:ext cx="23689362" cy="12618553"/>
          </a:xfrm>
          <a:prstGeom prst="rect">
            <a:avLst/>
          </a:prstGeom>
        </p:spPr>
      </p:pic>
    </p:spTree>
    <p:extLst>
      <p:ext uri="{BB962C8B-B14F-4D97-AF65-F5344CB8AC3E}">
        <p14:creationId xmlns:p14="http://schemas.microsoft.com/office/powerpoint/2010/main" val="160815035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a:extLst>
            <a:ext uri="{FF2B5EF4-FFF2-40B4-BE49-F238E27FC236}">
              <a16:creationId xmlns:a16="http://schemas.microsoft.com/office/drawing/2014/main" id="{8CBD20FC-9011-12B9-1BE0-32FCCEAA0AEE}"/>
            </a:ext>
          </a:extLst>
        </p:cNvPr>
        <p:cNvGrpSpPr/>
        <p:nvPr/>
      </p:nvGrpSpPr>
      <p:grpSpPr>
        <a:xfrm>
          <a:off x="0" y="0"/>
          <a:ext cx="0" cy="0"/>
          <a:chOff x="0" y="0"/>
          <a:chExt cx="0" cy="0"/>
        </a:xfrm>
      </p:grpSpPr>
      <p:sp>
        <p:nvSpPr>
          <p:cNvPr id="3" name="Rectangle">
            <a:extLst>
              <a:ext uri="{FF2B5EF4-FFF2-40B4-BE49-F238E27FC236}">
                <a16:creationId xmlns:a16="http://schemas.microsoft.com/office/drawing/2014/main" id="{2D34DF8A-F288-F3C5-51AA-AF17AC22F3B2}"/>
              </a:ext>
            </a:extLst>
          </p:cNvPr>
          <p:cNvSpPr/>
          <p:nvPr/>
        </p:nvSpPr>
        <p:spPr>
          <a:xfrm>
            <a:off x="349" y="2139697"/>
            <a:ext cx="24383651" cy="4718304"/>
          </a:xfrm>
          <a:prstGeom prst="rect">
            <a:avLst/>
          </a:prstGeom>
          <a:solidFill>
            <a:srgbClr val="FDFDFD"/>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All the world is made of faith, and trust, and pixie dust.">
            <a:extLst>
              <a:ext uri="{FF2B5EF4-FFF2-40B4-BE49-F238E27FC236}">
                <a16:creationId xmlns:a16="http://schemas.microsoft.com/office/drawing/2014/main" id="{B01D384A-ABB6-9DB5-7226-5E345BE75BCD}"/>
              </a:ext>
            </a:extLst>
          </p:cNvPr>
          <p:cNvSpPr txBox="1"/>
          <p:nvPr/>
        </p:nvSpPr>
        <p:spPr>
          <a:xfrm>
            <a:off x="1193292" y="889801"/>
            <a:ext cx="18131028" cy="933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5400" b="1" cap="all" dirty="0">
                <a:solidFill>
                  <a:schemeClr val="bg1"/>
                </a:solidFill>
                <a:latin typeface="Arial" panose="020B0604020202020204" pitchFamily="34" charset="0"/>
                <a:cs typeface="Arial" panose="020B0604020202020204" pitchFamily="34" charset="0"/>
                <a:sym typeface="+mn-ea"/>
              </a:rPr>
              <a:t>Модуль планирование и контроль бюджета</a:t>
            </a:r>
            <a:endParaRPr lang="ru-RU" sz="5400" cap="all" dirty="0">
              <a:solidFill>
                <a:schemeClr val="bg1"/>
              </a:solidFill>
              <a:latin typeface="Arial" panose="020B0604020202020204" pitchFamily="34" charset="0"/>
              <a:cs typeface="Arial" panose="020B0604020202020204" pitchFamily="34" charset="0"/>
            </a:endParaRPr>
          </a:p>
        </p:txBody>
      </p:sp>
      <p:pic>
        <p:nvPicPr>
          <p:cNvPr id="4" name="Рисунок 3">
            <a:extLst>
              <a:ext uri="{FF2B5EF4-FFF2-40B4-BE49-F238E27FC236}">
                <a16:creationId xmlns:a16="http://schemas.microsoft.com/office/drawing/2014/main" id="{BC65DD6C-616F-833A-AF8A-4B4BED9A84EF}"/>
              </a:ext>
            </a:extLst>
          </p:cNvPr>
          <p:cNvPicPr>
            <a:picLocks noChangeAspect="1"/>
          </p:cNvPicPr>
          <p:nvPr/>
        </p:nvPicPr>
        <p:blipFill>
          <a:blip r:embed="rId2"/>
          <a:stretch>
            <a:fillRect/>
          </a:stretch>
        </p:blipFill>
        <p:spPr>
          <a:xfrm>
            <a:off x="787176" y="2139697"/>
            <a:ext cx="21662857" cy="11576303"/>
          </a:xfrm>
          <a:prstGeom prst="rect">
            <a:avLst/>
          </a:prstGeom>
        </p:spPr>
      </p:pic>
    </p:spTree>
    <p:extLst>
      <p:ext uri="{BB962C8B-B14F-4D97-AF65-F5344CB8AC3E}">
        <p14:creationId xmlns:p14="http://schemas.microsoft.com/office/powerpoint/2010/main" val="251315174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9FB"/>
        </a:solidFill>
        <a:effectLst/>
      </p:bgPr>
    </p:bg>
    <p:spTree>
      <p:nvGrpSpPr>
        <p:cNvPr id="1" name="">
          <a:extLst>
            <a:ext uri="{FF2B5EF4-FFF2-40B4-BE49-F238E27FC236}">
              <a16:creationId xmlns:a16="http://schemas.microsoft.com/office/drawing/2014/main" id="{BCBBB803-A404-3536-BCA1-C8D3660245E9}"/>
            </a:ext>
          </a:extLst>
        </p:cNvPr>
        <p:cNvGrpSpPr/>
        <p:nvPr/>
      </p:nvGrpSpPr>
      <p:grpSpPr>
        <a:xfrm>
          <a:off x="0" y="0"/>
          <a:ext cx="0" cy="0"/>
          <a:chOff x="0" y="0"/>
          <a:chExt cx="0" cy="0"/>
        </a:xfrm>
      </p:grpSpPr>
      <p:sp>
        <p:nvSpPr>
          <p:cNvPr id="4" name="All the world is made of faith, and trust, and pixie dust.">
            <a:extLst>
              <a:ext uri="{FF2B5EF4-FFF2-40B4-BE49-F238E27FC236}">
                <a16:creationId xmlns:a16="http://schemas.microsoft.com/office/drawing/2014/main" id="{B85FA8C1-913D-4CCA-9618-A0A249A453B1}"/>
              </a:ext>
            </a:extLst>
          </p:cNvPr>
          <p:cNvSpPr txBox="1"/>
          <p:nvPr/>
        </p:nvSpPr>
        <p:spPr>
          <a:xfrm>
            <a:off x="23668383" y="-186174"/>
            <a:ext cx="621956" cy="129676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4400" b="1" cap="all" dirty="0">
                <a:solidFill>
                  <a:schemeClr val="accent1">
                    <a:lumMod val="75000"/>
                  </a:schemeClr>
                </a:solidFill>
                <a:latin typeface="Arial" panose="020B0604020202020204" pitchFamily="34" charset="0"/>
                <a:cs typeface="Arial" panose="020B0604020202020204" pitchFamily="34" charset="0"/>
                <a:sym typeface="+mn-ea"/>
              </a:rPr>
              <a:t> модуль планирования</a:t>
            </a:r>
            <a:endParaRPr lang="ru-RU" sz="4400" cap="all" dirty="0">
              <a:solidFill>
                <a:schemeClr val="accent1">
                  <a:lumMod val="75000"/>
                </a:schemeClr>
              </a:solidFill>
              <a:latin typeface="Arial" panose="020B0604020202020204" pitchFamily="34" charset="0"/>
              <a:cs typeface="Arial" panose="020B0604020202020204" pitchFamily="34" charset="0"/>
            </a:endParaRPr>
          </a:p>
        </p:txBody>
      </p:sp>
      <p:pic>
        <p:nvPicPr>
          <p:cNvPr id="3" name="Рисунок 2">
            <a:extLst>
              <a:ext uri="{FF2B5EF4-FFF2-40B4-BE49-F238E27FC236}">
                <a16:creationId xmlns:a16="http://schemas.microsoft.com/office/drawing/2014/main" id="{91DD24DF-FD6F-48DF-57E1-A89D7712B0AC}"/>
              </a:ext>
            </a:extLst>
          </p:cNvPr>
          <p:cNvPicPr>
            <a:picLocks noChangeAspect="1"/>
          </p:cNvPicPr>
          <p:nvPr/>
        </p:nvPicPr>
        <p:blipFill>
          <a:blip r:embed="rId2"/>
          <a:stretch>
            <a:fillRect/>
          </a:stretch>
        </p:blipFill>
        <p:spPr>
          <a:xfrm>
            <a:off x="0" y="625259"/>
            <a:ext cx="23464434" cy="12465481"/>
          </a:xfrm>
          <a:prstGeom prst="rect">
            <a:avLst/>
          </a:prstGeom>
        </p:spPr>
      </p:pic>
    </p:spTree>
    <p:extLst>
      <p:ext uri="{BB962C8B-B14F-4D97-AF65-F5344CB8AC3E}">
        <p14:creationId xmlns:p14="http://schemas.microsoft.com/office/powerpoint/2010/main" val="85711758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F9FB"/>
        </a:solidFill>
        <a:effectLst/>
      </p:bgPr>
    </p:bg>
    <p:spTree>
      <p:nvGrpSpPr>
        <p:cNvPr id="1" name="">
          <a:extLst>
            <a:ext uri="{FF2B5EF4-FFF2-40B4-BE49-F238E27FC236}">
              <a16:creationId xmlns:a16="http://schemas.microsoft.com/office/drawing/2014/main" id="{B2BBB09F-A7F0-EB11-D9D7-F5F8AE4659FF}"/>
            </a:ext>
          </a:extLst>
        </p:cNvPr>
        <p:cNvGrpSpPr/>
        <p:nvPr/>
      </p:nvGrpSpPr>
      <p:grpSpPr>
        <a:xfrm>
          <a:off x="0" y="0"/>
          <a:ext cx="0" cy="0"/>
          <a:chOff x="0" y="0"/>
          <a:chExt cx="0" cy="0"/>
        </a:xfrm>
      </p:grpSpPr>
      <p:sp>
        <p:nvSpPr>
          <p:cNvPr id="4" name="All the world is made of faith, and trust, and pixie dust.">
            <a:extLst>
              <a:ext uri="{FF2B5EF4-FFF2-40B4-BE49-F238E27FC236}">
                <a16:creationId xmlns:a16="http://schemas.microsoft.com/office/drawing/2014/main" id="{695D0893-801E-F0BA-38C2-C1502CAA0818}"/>
              </a:ext>
            </a:extLst>
          </p:cNvPr>
          <p:cNvSpPr txBox="1"/>
          <p:nvPr/>
        </p:nvSpPr>
        <p:spPr>
          <a:xfrm>
            <a:off x="23668383" y="-186174"/>
            <a:ext cx="621956" cy="129676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4400" b="1" cap="all" dirty="0">
                <a:solidFill>
                  <a:schemeClr val="accent1">
                    <a:lumMod val="75000"/>
                  </a:schemeClr>
                </a:solidFill>
                <a:latin typeface="Arial" panose="020B0604020202020204" pitchFamily="34" charset="0"/>
                <a:cs typeface="Arial" panose="020B0604020202020204" pitchFamily="34" charset="0"/>
                <a:sym typeface="+mn-ea"/>
              </a:rPr>
              <a:t> модуль планирования</a:t>
            </a:r>
            <a:endParaRPr lang="ru-RU" sz="4400" cap="all" dirty="0">
              <a:solidFill>
                <a:schemeClr val="accent1">
                  <a:lumMod val="75000"/>
                </a:schemeClr>
              </a:solidFill>
              <a:latin typeface="Arial" panose="020B0604020202020204" pitchFamily="34" charset="0"/>
              <a:cs typeface="Arial" panose="020B0604020202020204" pitchFamily="34" charset="0"/>
            </a:endParaRPr>
          </a:p>
        </p:txBody>
      </p:sp>
      <p:pic>
        <p:nvPicPr>
          <p:cNvPr id="2" name="Рисунок 1">
            <a:extLst>
              <a:ext uri="{FF2B5EF4-FFF2-40B4-BE49-F238E27FC236}">
                <a16:creationId xmlns:a16="http://schemas.microsoft.com/office/drawing/2014/main" id="{382665BD-BAA9-37DC-34C2-5984283B0EB8}"/>
              </a:ext>
            </a:extLst>
          </p:cNvPr>
          <p:cNvPicPr>
            <a:picLocks noChangeAspect="1"/>
          </p:cNvPicPr>
          <p:nvPr/>
        </p:nvPicPr>
        <p:blipFill>
          <a:blip r:embed="rId2"/>
          <a:stretch>
            <a:fillRect/>
          </a:stretch>
        </p:blipFill>
        <p:spPr>
          <a:xfrm>
            <a:off x="0" y="588935"/>
            <a:ext cx="23601187" cy="12538130"/>
          </a:xfrm>
          <a:prstGeom prst="rect">
            <a:avLst/>
          </a:prstGeom>
        </p:spPr>
      </p:pic>
    </p:spTree>
    <p:extLst>
      <p:ext uri="{BB962C8B-B14F-4D97-AF65-F5344CB8AC3E}">
        <p14:creationId xmlns:p14="http://schemas.microsoft.com/office/powerpoint/2010/main" val="170277296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a:extLst>
            <a:ext uri="{FF2B5EF4-FFF2-40B4-BE49-F238E27FC236}">
              <a16:creationId xmlns:a16="http://schemas.microsoft.com/office/drawing/2014/main" id="{45CBFDB0-8F7C-62A5-9EBD-D9DFC70CDF2A}"/>
            </a:ext>
          </a:extLst>
        </p:cNvPr>
        <p:cNvGrpSpPr/>
        <p:nvPr/>
      </p:nvGrpSpPr>
      <p:grpSpPr>
        <a:xfrm>
          <a:off x="0" y="0"/>
          <a:ext cx="0" cy="0"/>
          <a:chOff x="0" y="0"/>
          <a:chExt cx="0" cy="0"/>
        </a:xfrm>
      </p:grpSpPr>
      <p:sp>
        <p:nvSpPr>
          <p:cNvPr id="3" name="Rectangle">
            <a:extLst>
              <a:ext uri="{FF2B5EF4-FFF2-40B4-BE49-F238E27FC236}">
                <a16:creationId xmlns:a16="http://schemas.microsoft.com/office/drawing/2014/main" id="{8FD4CCB3-1704-8E98-065D-9530D7F8E7C5}"/>
              </a:ext>
            </a:extLst>
          </p:cNvPr>
          <p:cNvSpPr/>
          <p:nvPr/>
        </p:nvSpPr>
        <p:spPr>
          <a:xfrm>
            <a:off x="0" y="2139697"/>
            <a:ext cx="24383651" cy="4718304"/>
          </a:xfrm>
          <a:prstGeom prst="rect">
            <a:avLst/>
          </a:prstGeom>
          <a:solidFill>
            <a:srgbClr val="FDFDFD"/>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All the world is made of faith, and trust, and pixie dust.">
            <a:extLst>
              <a:ext uri="{FF2B5EF4-FFF2-40B4-BE49-F238E27FC236}">
                <a16:creationId xmlns:a16="http://schemas.microsoft.com/office/drawing/2014/main" id="{B3B36ED1-719B-92E8-B737-C31877E5D88C}"/>
              </a:ext>
            </a:extLst>
          </p:cNvPr>
          <p:cNvSpPr txBox="1"/>
          <p:nvPr/>
        </p:nvSpPr>
        <p:spPr>
          <a:xfrm>
            <a:off x="1193292" y="657327"/>
            <a:ext cx="18131028" cy="9335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5400" b="1" cap="all" dirty="0">
                <a:solidFill>
                  <a:schemeClr val="bg1"/>
                </a:solidFill>
                <a:latin typeface="Arial" panose="020B0604020202020204" pitchFamily="34" charset="0"/>
                <a:cs typeface="Arial" panose="020B0604020202020204" pitchFamily="34" charset="0"/>
                <a:sym typeface="+mn-ea"/>
              </a:rPr>
              <a:t>Модуль аналитики и отчетности </a:t>
            </a:r>
            <a:endParaRPr lang="ru-RU" sz="5400" cap="all" dirty="0">
              <a:solidFill>
                <a:schemeClr val="bg1"/>
              </a:solidFill>
              <a:latin typeface="Arial" panose="020B0604020202020204" pitchFamily="34" charset="0"/>
              <a:cs typeface="Arial" panose="020B0604020202020204" pitchFamily="34" charset="0"/>
            </a:endParaRPr>
          </a:p>
        </p:txBody>
      </p:sp>
      <p:pic>
        <p:nvPicPr>
          <p:cNvPr id="7" name="Рисунок 6">
            <a:extLst>
              <a:ext uri="{FF2B5EF4-FFF2-40B4-BE49-F238E27FC236}">
                <a16:creationId xmlns:a16="http://schemas.microsoft.com/office/drawing/2014/main" id="{D7E20D7D-D168-4C37-A1D6-8F8E0CEE25B7}"/>
              </a:ext>
            </a:extLst>
          </p:cNvPr>
          <p:cNvPicPr>
            <a:picLocks noChangeAspect="1"/>
          </p:cNvPicPr>
          <p:nvPr/>
        </p:nvPicPr>
        <p:blipFill>
          <a:blip r:embed="rId2"/>
          <a:stretch>
            <a:fillRect/>
          </a:stretch>
        </p:blipFill>
        <p:spPr>
          <a:xfrm>
            <a:off x="0" y="2139697"/>
            <a:ext cx="22364054" cy="11027463"/>
          </a:xfrm>
          <a:prstGeom prst="rect">
            <a:avLst/>
          </a:prstGeom>
        </p:spPr>
      </p:pic>
    </p:spTree>
    <p:extLst>
      <p:ext uri="{BB962C8B-B14F-4D97-AF65-F5344CB8AC3E}">
        <p14:creationId xmlns:p14="http://schemas.microsoft.com/office/powerpoint/2010/main" val="218030744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9F9FB"/>
        </a:solidFill>
        <a:effectLst/>
      </p:bgPr>
    </p:bg>
    <p:spTree>
      <p:nvGrpSpPr>
        <p:cNvPr id="1" name="">
          <a:extLst>
            <a:ext uri="{FF2B5EF4-FFF2-40B4-BE49-F238E27FC236}">
              <a16:creationId xmlns:a16="http://schemas.microsoft.com/office/drawing/2014/main" id="{E81971BE-5C4C-0E3B-CB8F-793F88BAC4CE}"/>
            </a:ext>
          </a:extLst>
        </p:cNvPr>
        <p:cNvGrpSpPr/>
        <p:nvPr/>
      </p:nvGrpSpPr>
      <p:grpSpPr>
        <a:xfrm>
          <a:off x="0" y="0"/>
          <a:ext cx="0" cy="0"/>
          <a:chOff x="0" y="0"/>
          <a:chExt cx="0" cy="0"/>
        </a:xfrm>
      </p:grpSpPr>
      <p:sp>
        <p:nvSpPr>
          <p:cNvPr id="4" name="All the world is made of faith, and trust, and pixie dust.">
            <a:extLst>
              <a:ext uri="{FF2B5EF4-FFF2-40B4-BE49-F238E27FC236}">
                <a16:creationId xmlns:a16="http://schemas.microsoft.com/office/drawing/2014/main" id="{1AE716C3-E624-6F53-2123-B9887556A806}"/>
              </a:ext>
            </a:extLst>
          </p:cNvPr>
          <p:cNvSpPr txBox="1"/>
          <p:nvPr/>
        </p:nvSpPr>
        <p:spPr>
          <a:xfrm>
            <a:off x="23668383" y="897393"/>
            <a:ext cx="621956" cy="119212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4800" b="1" cap="all" dirty="0">
                <a:solidFill>
                  <a:schemeClr val="accent1">
                    <a:lumMod val="75000"/>
                  </a:schemeClr>
                </a:solidFill>
                <a:latin typeface="Arial" panose="020B0604020202020204" pitchFamily="34" charset="0"/>
                <a:cs typeface="Arial" panose="020B0604020202020204" pitchFamily="34" charset="0"/>
                <a:sym typeface="+mn-ea"/>
              </a:rPr>
              <a:t>Модуль аналитики и</a:t>
            </a:r>
            <a:endParaRPr lang="ru-RU" sz="4800" cap="all" dirty="0">
              <a:solidFill>
                <a:schemeClr val="accent1">
                  <a:lumMod val="75000"/>
                </a:schemeClr>
              </a:solidFill>
              <a:latin typeface="Arial" panose="020B0604020202020204" pitchFamily="34" charset="0"/>
              <a:cs typeface="Arial" panose="020B0604020202020204" pitchFamily="34" charset="0"/>
            </a:endParaRPr>
          </a:p>
        </p:txBody>
      </p:sp>
      <p:pic>
        <p:nvPicPr>
          <p:cNvPr id="3" name="Рисунок 2">
            <a:extLst>
              <a:ext uri="{FF2B5EF4-FFF2-40B4-BE49-F238E27FC236}">
                <a16:creationId xmlns:a16="http://schemas.microsoft.com/office/drawing/2014/main" id="{79DF119C-7A94-1E05-C5B5-3F6EA5D31B9E}"/>
              </a:ext>
            </a:extLst>
          </p:cNvPr>
          <p:cNvPicPr>
            <a:picLocks noChangeAspect="1"/>
          </p:cNvPicPr>
          <p:nvPr/>
        </p:nvPicPr>
        <p:blipFill>
          <a:blip r:embed="rId2"/>
          <a:stretch>
            <a:fillRect/>
          </a:stretch>
        </p:blipFill>
        <p:spPr>
          <a:xfrm>
            <a:off x="0" y="295976"/>
            <a:ext cx="23572010" cy="12522631"/>
          </a:xfrm>
          <a:prstGeom prst="rect">
            <a:avLst/>
          </a:prstGeom>
        </p:spPr>
      </p:pic>
    </p:spTree>
    <p:extLst>
      <p:ext uri="{BB962C8B-B14F-4D97-AF65-F5344CB8AC3E}">
        <p14:creationId xmlns:p14="http://schemas.microsoft.com/office/powerpoint/2010/main" val="109499455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9F9FB"/>
        </a:solidFill>
        <a:effectLst/>
      </p:bgPr>
    </p:bg>
    <p:spTree>
      <p:nvGrpSpPr>
        <p:cNvPr id="1" name="">
          <a:extLst>
            <a:ext uri="{FF2B5EF4-FFF2-40B4-BE49-F238E27FC236}">
              <a16:creationId xmlns:a16="http://schemas.microsoft.com/office/drawing/2014/main" id="{48D804DE-C569-2B0B-84F4-9F0DA43D9D54}"/>
            </a:ext>
          </a:extLst>
        </p:cNvPr>
        <p:cNvGrpSpPr/>
        <p:nvPr/>
      </p:nvGrpSpPr>
      <p:grpSpPr>
        <a:xfrm>
          <a:off x="0" y="0"/>
          <a:ext cx="0" cy="0"/>
          <a:chOff x="0" y="0"/>
          <a:chExt cx="0" cy="0"/>
        </a:xfrm>
      </p:grpSpPr>
      <p:sp>
        <p:nvSpPr>
          <p:cNvPr id="4" name="All the world is made of faith, and trust, and pixie dust.">
            <a:extLst>
              <a:ext uri="{FF2B5EF4-FFF2-40B4-BE49-F238E27FC236}">
                <a16:creationId xmlns:a16="http://schemas.microsoft.com/office/drawing/2014/main" id="{8CBA6CCC-1887-44AA-095F-F9221FA79D23}"/>
              </a:ext>
            </a:extLst>
          </p:cNvPr>
          <p:cNvSpPr txBox="1"/>
          <p:nvPr/>
        </p:nvSpPr>
        <p:spPr>
          <a:xfrm>
            <a:off x="23668383" y="897393"/>
            <a:ext cx="621956" cy="119212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4800" b="1" cap="all" dirty="0">
                <a:solidFill>
                  <a:schemeClr val="accent1">
                    <a:lumMod val="75000"/>
                  </a:schemeClr>
                </a:solidFill>
                <a:latin typeface="Arial" panose="020B0604020202020204" pitchFamily="34" charset="0"/>
                <a:cs typeface="Arial" panose="020B0604020202020204" pitchFamily="34" charset="0"/>
                <a:sym typeface="+mn-ea"/>
              </a:rPr>
              <a:t>Модуль аналитики и</a:t>
            </a:r>
            <a:endParaRPr lang="ru-RU" sz="4800" cap="all" dirty="0">
              <a:solidFill>
                <a:schemeClr val="accent1">
                  <a:lumMod val="75000"/>
                </a:schemeClr>
              </a:solidFill>
              <a:latin typeface="Arial" panose="020B0604020202020204" pitchFamily="34" charset="0"/>
              <a:cs typeface="Arial" panose="020B0604020202020204" pitchFamily="34" charset="0"/>
            </a:endParaRPr>
          </a:p>
        </p:txBody>
      </p:sp>
      <p:pic>
        <p:nvPicPr>
          <p:cNvPr id="2" name="Рисунок 1">
            <a:extLst>
              <a:ext uri="{FF2B5EF4-FFF2-40B4-BE49-F238E27FC236}">
                <a16:creationId xmlns:a16="http://schemas.microsoft.com/office/drawing/2014/main" id="{CD53A8CC-2EB3-5037-0EDA-92802E219738}"/>
              </a:ext>
            </a:extLst>
          </p:cNvPr>
          <p:cNvPicPr>
            <a:picLocks noChangeAspect="1"/>
          </p:cNvPicPr>
          <p:nvPr/>
        </p:nvPicPr>
        <p:blipFill>
          <a:blip r:embed="rId2"/>
          <a:stretch>
            <a:fillRect/>
          </a:stretch>
        </p:blipFill>
        <p:spPr>
          <a:xfrm>
            <a:off x="0" y="616915"/>
            <a:ext cx="23601184" cy="12538129"/>
          </a:xfrm>
          <a:prstGeom prst="rect">
            <a:avLst/>
          </a:prstGeom>
        </p:spPr>
      </p:pic>
    </p:spTree>
    <p:extLst>
      <p:ext uri="{BB962C8B-B14F-4D97-AF65-F5344CB8AC3E}">
        <p14:creationId xmlns:p14="http://schemas.microsoft.com/office/powerpoint/2010/main" val="104966854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a:extLst>
            <a:ext uri="{FF2B5EF4-FFF2-40B4-BE49-F238E27FC236}">
              <a16:creationId xmlns:a16="http://schemas.microsoft.com/office/drawing/2014/main" id="{55F88C26-C74A-362A-B8E1-5A9E446D0719}"/>
            </a:ext>
          </a:extLst>
        </p:cNvPr>
        <p:cNvGrpSpPr/>
        <p:nvPr/>
      </p:nvGrpSpPr>
      <p:grpSpPr>
        <a:xfrm>
          <a:off x="0" y="0"/>
          <a:ext cx="0" cy="0"/>
          <a:chOff x="0" y="0"/>
          <a:chExt cx="0" cy="0"/>
        </a:xfrm>
      </p:grpSpPr>
      <p:sp>
        <p:nvSpPr>
          <p:cNvPr id="3" name="Rectangle">
            <a:extLst>
              <a:ext uri="{FF2B5EF4-FFF2-40B4-BE49-F238E27FC236}">
                <a16:creationId xmlns:a16="http://schemas.microsoft.com/office/drawing/2014/main" id="{8FDC7C7A-2DDF-9140-C060-1C703825B433}"/>
              </a:ext>
            </a:extLst>
          </p:cNvPr>
          <p:cNvSpPr/>
          <p:nvPr/>
        </p:nvSpPr>
        <p:spPr>
          <a:xfrm>
            <a:off x="0" y="2139697"/>
            <a:ext cx="24383651" cy="4718304"/>
          </a:xfrm>
          <a:prstGeom prst="rect">
            <a:avLst/>
          </a:prstGeom>
          <a:solidFill>
            <a:srgbClr val="FDFDFD"/>
          </a:solidFill>
          <a:ln w="12700">
            <a:solidFill>
              <a:srgbClr val="EFF0EF"/>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3200" dirty="0">
              <a:latin typeface="Arial Black" panose="020B0604020202020204" pitchFamily="34" charset="0"/>
              <a:cs typeface="Arial Black" panose="020B0604020202020204" pitchFamily="34" charset="0"/>
            </a:endParaRPr>
          </a:p>
        </p:txBody>
      </p:sp>
      <p:sp>
        <p:nvSpPr>
          <p:cNvPr id="2" name="All the world is made of faith, and trust, and pixie dust. 3">
            <a:extLst>
              <a:ext uri="{FF2B5EF4-FFF2-40B4-BE49-F238E27FC236}">
                <a16:creationId xmlns:a16="http://schemas.microsoft.com/office/drawing/2014/main" id="{FF606773-7A3E-E0DA-9BDA-435C1082B6E4}"/>
              </a:ext>
            </a:extLst>
          </p:cNvPr>
          <p:cNvSpPr/>
          <p:nvPr/>
        </p:nvSpPr>
        <p:spPr>
          <a:xfrm>
            <a:off x="1301888" y="959980"/>
            <a:ext cx="18130680" cy="924840"/>
          </a:xfrm>
          <a:prstGeom prst="rect">
            <a:avLst/>
          </a:prstGeom>
          <a:noFill/>
          <a:ln w="12700">
            <a:noFill/>
          </a:ln>
        </p:spPr>
        <p:style>
          <a:lnRef idx="0">
            <a:scrgbClr r="0" g="0" b="0"/>
          </a:lnRef>
          <a:fillRef idx="0">
            <a:scrgbClr r="0" g="0" b="0"/>
          </a:fillRef>
          <a:effectRef idx="0">
            <a:scrgbClr r="0" g="0" b="0"/>
          </a:effectRef>
          <a:fontRef idx="minor"/>
        </p:style>
        <p:txBody>
          <a:bodyPr lIns="50760" tIns="50760" rIns="50760" bIns="50760" anchor="t">
            <a:spAutoFit/>
          </a:bodyPr>
          <a:lstStyle/>
          <a:p>
            <a:pPr algn="ctr" defTabSz="825480">
              <a:lnSpc>
                <a:spcPct val="100000"/>
              </a:lnSpc>
              <a:tabLst>
                <a:tab pos="0" algn="l"/>
              </a:tabLst>
            </a:pPr>
            <a:r>
              <a:rPr lang="ru-RU" sz="5400" b="1" u="none" strike="noStrike" cap="all" dirty="0">
                <a:solidFill>
                  <a:schemeClr val="lt1"/>
                </a:solidFill>
                <a:effectLst/>
                <a:uFillTx/>
                <a:latin typeface="Arial"/>
                <a:ea typeface="Montserrat Bold"/>
              </a:rPr>
              <a:t>Модуль справочников и контрагентов</a:t>
            </a:r>
            <a:endParaRPr lang="ru-RU" sz="5400" b="0" u="none" strike="noStrike" dirty="0">
              <a:solidFill>
                <a:srgbClr val="000000"/>
              </a:solidFill>
              <a:effectLst/>
              <a:uFillTx/>
              <a:latin typeface="Arial"/>
            </a:endParaRPr>
          </a:p>
        </p:txBody>
      </p:sp>
      <p:pic>
        <p:nvPicPr>
          <p:cNvPr id="4" name="Рисунок 3">
            <a:extLst>
              <a:ext uri="{FF2B5EF4-FFF2-40B4-BE49-F238E27FC236}">
                <a16:creationId xmlns:a16="http://schemas.microsoft.com/office/drawing/2014/main" id="{AA34B351-ED52-8383-9469-937AE3F147A3}"/>
              </a:ext>
            </a:extLst>
          </p:cNvPr>
          <p:cNvPicPr>
            <a:picLocks noChangeAspect="1"/>
          </p:cNvPicPr>
          <p:nvPr/>
        </p:nvPicPr>
        <p:blipFill>
          <a:blip r:embed="rId2"/>
          <a:stretch>
            <a:fillRect/>
          </a:stretch>
        </p:blipFill>
        <p:spPr>
          <a:xfrm>
            <a:off x="0" y="2527153"/>
            <a:ext cx="22392529" cy="10616323"/>
          </a:xfrm>
          <a:prstGeom prst="rect">
            <a:avLst/>
          </a:prstGeom>
        </p:spPr>
      </p:pic>
    </p:spTree>
    <p:extLst>
      <p:ext uri="{BB962C8B-B14F-4D97-AF65-F5344CB8AC3E}">
        <p14:creationId xmlns:p14="http://schemas.microsoft.com/office/powerpoint/2010/main" val="281432471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9F9FB"/>
        </a:solidFill>
        <a:effectLst/>
      </p:bgPr>
    </p:bg>
    <p:spTree>
      <p:nvGrpSpPr>
        <p:cNvPr id="1" name="">
          <a:extLst>
            <a:ext uri="{FF2B5EF4-FFF2-40B4-BE49-F238E27FC236}">
              <a16:creationId xmlns:a16="http://schemas.microsoft.com/office/drawing/2014/main" id="{CDE1C4A9-A587-3F53-FF1F-1702EE0398DE}"/>
            </a:ext>
          </a:extLst>
        </p:cNvPr>
        <p:cNvGrpSpPr/>
        <p:nvPr/>
      </p:nvGrpSpPr>
      <p:grpSpPr>
        <a:xfrm>
          <a:off x="0" y="0"/>
          <a:ext cx="0" cy="0"/>
          <a:chOff x="0" y="0"/>
          <a:chExt cx="0" cy="0"/>
        </a:xfrm>
      </p:grpSpPr>
      <p:sp>
        <p:nvSpPr>
          <p:cNvPr id="4" name="All the world is made of faith, and trust, and pixie dust.">
            <a:extLst>
              <a:ext uri="{FF2B5EF4-FFF2-40B4-BE49-F238E27FC236}">
                <a16:creationId xmlns:a16="http://schemas.microsoft.com/office/drawing/2014/main" id="{4DD78E47-AA81-1C71-06C0-4DCF6ED5BB77}"/>
              </a:ext>
            </a:extLst>
          </p:cNvPr>
          <p:cNvSpPr txBox="1"/>
          <p:nvPr/>
        </p:nvSpPr>
        <p:spPr>
          <a:xfrm>
            <a:off x="23704546" y="158729"/>
            <a:ext cx="621956" cy="133985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defTabSz="825480">
              <a:tabLst>
                <a:tab pos="0" algn="l"/>
              </a:tabLst>
            </a:pPr>
            <a:r>
              <a:rPr lang="ru-RU" sz="4800" b="1" cap="all" dirty="0">
                <a:solidFill>
                  <a:schemeClr val="accent1">
                    <a:lumMod val="75000"/>
                  </a:schemeClr>
                </a:solidFill>
                <a:latin typeface="Arial"/>
              </a:rPr>
              <a:t>Модуль справочников</a:t>
            </a:r>
            <a:endParaRPr lang="ru-RU" sz="4800" dirty="0">
              <a:solidFill>
                <a:schemeClr val="accent1">
                  <a:lumMod val="75000"/>
                </a:schemeClr>
              </a:solidFill>
              <a:latin typeface="Arial"/>
            </a:endParaRPr>
          </a:p>
        </p:txBody>
      </p:sp>
      <p:pic>
        <p:nvPicPr>
          <p:cNvPr id="3" name="Рисунок 2">
            <a:extLst>
              <a:ext uri="{FF2B5EF4-FFF2-40B4-BE49-F238E27FC236}">
                <a16:creationId xmlns:a16="http://schemas.microsoft.com/office/drawing/2014/main" id="{6DB3FEFD-03D3-F4CA-86EA-4D5134928ACC}"/>
              </a:ext>
            </a:extLst>
          </p:cNvPr>
          <p:cNvPicPr>
            <a:picLocks noChangeAspect="1"/>
          </p:cNvPicPr>
          <p:nvPr/>
        </p:nvPicPr>
        <p:blipFill>
          <a:blip r:embed="rId2"/>
          <a:stretch>
            <a:fillRect/>
          </a:stretch>
        </p:blipFill>
        <p:spPr>
          <a:xfrm>
            <a:off x="57498" y="557939"/>
            <a:ext cx="23717877" cy="12600122"/>
          </a:xfrm>
          <a:prstGeom prst="rect">
            <a:avLst/>
          </a:prstGeom>
        </p:spPr>
      </p:pic>
    </p:spTree>
    <p:extLst>
      <p:ext uri="{BB962C8B-B14F-4D97-AF65-F5344CB8AC3E}">
        <p14:creationId xmlns:p14="http://schemas.microsoft.com/office/powerpoint/2010/main" val="93143697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9F9FB"/>
        </a:solidFill>
        <a:effectLst/>
      </p:bgPr>
    </p:bg>
    <p:spTree>
      <p:nvGrpSpPr>
        <p:cNvPr id="1" name="">
          <a:extLst>
            <a:ext uri="{FF2B5EF4-FFF2-40B4-BE49-F238E27FC236}">
              <a16:creationId xmlns:a16="http://schemas.microsoft.com/office/drawing/2014/main" id="{7401F77C-8BF3-E681-C475-A054EE1A75B1}"/>
            </a:ext>
          </a:extLst>
        </p:cNvPr>
        <p:cNvGrpSpPr/>
        <p:nvPr/>
      </p:nvGrpSpPr>
      <p:grpSpPr>
        <a:xfrm>
          <a:off x="0" y="0"/>
          <a:ext cx="0" cy="0"/>
          <a:chOff x="0" y="0"/>
          <a:chExt cx="0" cy="0"/>
        </a:xfrm>
      </p:grpSpPr>
      <p:sp>
        <p:nvSpPr>
          <p:cNvPr id="4" name="All the world is made of faith, and trust, and pixie dust.">
            <a:extLst>
              <a:ext uri="{FF2B5EF4-FFF2-40B4-BE49-F238E27FC236}">
                <a16:creationId xmlns:a16="http://schemas.microsoft.com/office/drawing/2014/main" id="{7A7CE60A-BAD2-342E-C9EE-A55ACD89DAFB}"/>
              </a:ext>
            </a:extLst>
          </p:cNvPr>
          <p:cNvSpPr txBox="1"/>
          <p:nvPr/>
        </p:nvSpPr>
        <p:spPr>
          <a:xfrm>
            <a:off x="23704546" y="158729"/>
            <a:ext cx="621956" cy="133985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defTabSz="825480">
              <a:tabLst>
                <a:tab pos="0" algn="l"/>
              </a:tabLst>
            </a:pPr>
            <a:r>
              <a:rPr lang="ru-RU" sz="4800" b="1" cap="all" dirty="0">
                <a:solidFill>
                  <a:schemeClr val="accent1">
                    <a:lumMod val="75000"/>
                  </a:schemeClr>
                </a:solidFill>
                <a:latin typeface="Arial"/>
              </a:rPr>
              <a:t>Модуль справочников</a:t>
            </a:r>
            <a:endParaRPr lang="ru-RU" sz="4800" dirty="0">
              <a:solidFill>
                <a:schemeClr val="accent1">
                  <a:lumMod val="75000"/>
                </a:schemeClr>
              </a:solidFill>
              <a:latin typeface="Arial"/>
            </a:endParaRPr>
          </a:p>
        </p:txBody>
      </p:sp>
      <p:pic>
        <p:nvPicPr>
          <p:cNvPr id="2" name="Рисунок 1">
            <a:extLst>
              <a:ext uri="{FF2B5EF4-FFF2-40B4-BE49-F238E27FC236}">
                <a16:creationId xmlns:a16="http://schemas.microsoft.com/office/drawing/2014/main" id="{3929A16E-67F6-0BB2-BF20-AC7780E0C26D}"/>
              </a:ext>
            </a:extLst>
          </p:cNvPr>
          <p:cNvPicPr>
            <a:picLocks noChangeAspect="1"/>
          </p:cNvPicPr>
          <p:nvPr/>
        </p:nvPicPr>
        <p:blipFill>
          <a:blip r:embed="rId2"/>
          <a:stretch>
            <a:fillRect/>
          </a:stretch>
        </p:blipFill>
        <p:spPr>
          <a:xfrm>
            <a:off x="103362" y="402955"/>
            <a:ext cx="23601184" cy="12538129"/>
          </a:xfrm>
          <a:prstGeom prst="rect">
            <a:avLst/>
          </a:prstGeom>
        </p:spPr>
      </p:pic>
    </p:spTree>
    <p:extLst>
      <p:ext uri="{BB962C8B-B14F-4D97-AF65-F5344CB8AC3E}">
        <p14:creationId xmlns:p14="http://schemas.microsoft.com/office/powerpoint/2010/main" val="3681348350"/>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l the world is made of faith, and trust, and pixie dust.">
            <a:extLst>
              <a:ext uri="{FF2B5EF4-FFF2-40B4-BE49-F238E27FC236}">
                <a16:creationId xmlns:a16="http://schemas.microsoft.com/office/drawing/2014/main" id="{F65FFBBD-0841-AB9D-1373-620E6C074806}"/>
              </a:ext>
            </a:extLst>
          </p:cNvPr>
          <p:cNvSpPr txBox="1"/>
          <p:nvPr/>
        </p:nvSpPr>
        <p:spPr>
          <a:xfrm>
            <a:off x="1193292" y="657327"/>
            <a:ext cx="18131028" cy="9335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1" tIns="50801" rIns="50801" bIns="50801">
            <a:spAutoFit/>
          </a:bodyPr>
          <a:lstStyle>
            <a:lvl1pPr algn="l">
              <a:defRPr sz="5000" b="0">
                <a:solidFill>
                  <a:srgbClr val="242423"/>
                </a:solidFill>
                <a:latin typeface="Montserrat Bold"/>
                <a:ea typeface="Montserrat Bold"/>
                <a:cs typeface="Montserrat Bold"/>
                <a:sym typeface="Montserrat Bold"/>
              </a:defRPr>
            </a:lvl1pPr>
          </a:lstStyle>
          <a:p>
            <a:pPr algn="ctr"/>
            <a:r>
              <a:rPr lang="ru-RU" sz="5400" b="1" dirty="0">
                <a:solidFill>
                  <a:schemeClr val="bg1"/>
                </a:solidFill>
                <a:latin typeface="Arial" panose="020B0604020202020204" pitchFamily="34" charset="0"/>
                <a:cs typeface="Arial" panose="020B0604020202020204" pitchFamily="34" charset="0"/>
              </a:rPr>
              <a:t>ЗАКЛЮЧЕНИЕ</a:t>
            </a:r>
          </a:p>
        </p:txBody>
      </p:sp>
      <p:sp>
        <p:nvSpPr>
          <p:cNvPr id="3" name="Lorem ipsum dolor sit amet, consectetur adipiscing elit, sed do eiusmod tempor incididunt ut labore et dolore magna aliqua. Arcu dictum varius duis at consectetur lorem donec. Volutpat maecenas volutpat blandit aliquam. Egestas quis ipsum suspendisse ult">
            <a:extLst>
              <a:ext uri="{FF2B5EF4-FFF2-40B4-BE49-F238E27FC236}">
                <a16:creationId xmlns:a16="http://schemas.microsoft.com/office/drawing/2014/main" id="{4E4D09E2-3BAB-D877-8C46-A7C819086D1D}"/>
              </a:ext>
            </a:extLst>
          </p:cNvPr>
          <p:cNvSpPr txBox="1"/>
          <p:nvPr/>
        </p:nvSpPr>
        <p:spPr>
          <a:xfrm>
            <a:off x="1816579" y="4109831"/>
            <a:ext cx="20274164" cy="73866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just"/>
            <a:r>
              <a:rPr lang="ru-RU" sz="4800" dirty="0">
                <a:solidFill>
                  <a:schemeClr val="accent1">
                    <a:lumMod val="75000"/>
                  </a:schemeClr>
                </a:solidFill>
                <a:latin typeface="Times New Roman" panose="02020603050405020304" pitchFamily="18" charset="0"/>
                <a:cs typeface="Times New Roman" panose="02020603050405020304" pitchFamily="18" charset="0"/>
              </a:rPr>
              <a:t>Полученные результаты:</a:t>
            </a:r>
          </a:p>
          <a:p>
            <a:pPr marL="571500" indent="-571500" algn="just">
              <a:buFont typeface="Times New Roman" panose="02020603050405020304" pitchFamily="18" charset="0"/>
              <a:buChar char="–"/>
            </a:pPr>
            <a:r>
              <a:rPr lang="ru-RU" sz="4800" b="0" dirty="0">
                <a:latin typeface="Times New Roman" panose="02020603050405020304" pitchFamily="18" charset="0"/>
                <a:cs typeface="Times New Roman" panose="02020603050405020304" pitchFamily="18" charset="0"/>
              </a:rPr>
              <a:t>разработана информационная система;</a:t>
            </a:r>
          </a:p>
          <a:p>
            <a:pPr marL="571500" indent="-571500" algn="just">
              <a:buFont typeface="Times New Roman" panose="02020603050405020304" pitchFamily="18" charset="0"/>
              <a:buChar char="–"/>
            </a:pPr>
            <a:r>
              <a:rPr lang="ru-RU" sz="4800" b="0" dirty="0">
                <a:latin typeface="Times New Roman" panose="02020603050405020304" pitchFamily="18" charset="0"/>
                <a:cs typeface="Times New Roman" panose="02020603050405020304" pitchFamily="18" charset="0"/>
              </a:rPr>
              <a:t>реализованы 4 программных модуля;</a:t>
            </a:r>
          </a:p>
          <a:p>
            <a:pPr marL="571500" indent="-571500" algn="just">
              <a:buFont typeface="Times New Roman" panose="02020603050405020304" pitchFamily="18" charset="0"/>
              <a:buChar char="–"/>
            </a:pPr>
            <a:r>
              <a:rPr lang="ru-RU" sz="4800" b="0" dirty="0">
                <a:latin typeface="Times New Roman" panose="02020603050405020304" pitchFamily="18" charset="0"/>
                <a:cs typeface="Times New Roman" panose="02020603050405020304" pitchFamily="18" charset="0"/>
              </a:rPr>
              <a:t>разработана БД MySQL;</a:t>
            </a:r>
          </a:p>
          <a:p>
            <a:pPr marL="571500" indent="-571500" algn="just">
              <a:buFont typeface="Times New Roman" panose="02020603050405020304" pitchFamily="18" charset="0"/>
              <a:buChar char="–"/>
            </a:pPr>
            <a:r>
              <a:rPr lang="ru-RU" sz="4800" b="0" dirty="0">
                <a:latin typeface="Times New Roman" panose="02020603050405020304" pitchFamily="18" charset="0"/>
                <a:cs typeface="Times New Roman" panose="02020603050405020304" pitchFamily="18" charset="0"/>
              </a:rPr>
              <a:t>реализованы аналитика и отчётность;</a:t>
            </a:r>
          </a:p>
          <a:p>
            <a:pPr algn="just"/>
            <a:r>
              <a:rPr lang="ru-RU" sz="4800" dirty="0">
                <a:solidFill>
                  <a:schemeClr val="accent1">
                    <a:lumMod val="75000"/>
                  </a:schemeClr>
                </a:solidFill>
                <a:latin typeface="Times New Roman" panose="02020603050405020304" pitchFamily="18" charset="0"/>
                <a:cs typeface="Times New Roman" panose="02020603050405020304" pitchFamily="18" charset="0"/>
              </a:rPr>
              <a:t>Результаты внедрения проекта в предприятие</a:t>
            </a:r>
            <a:r>
              <a:rPr lang="en-US" sz="4800" dirty="0">
                <a:solidFill>
                  <a:schemeClr val="accent1">
                    <a:lumMod val="75000"/>
                  </a:schemeClr>
                </a:solidFill>
                <a:latin typeface="Times New Roman" panose="02020603050405020304" pitchFamily="18" charset="0"/>
                <a:cs typeface="Times New Roman" panose="02020603050405020304" pitchFamily="18" charset="0"/>
              </a:rPr>
              <a:t>:</a:t>
            </a:r>
          </a:p>
          <a:p>
            <a:pPr algn="just"/>
            <a:r>
              <a:rPr lang="ru-RU" sz="4800" b="0" dirty="0">
                <a:latin typeface="Times New Roman" panose="02020603050405020304" pitchFamily="18" charset="0"/>
                <a:cs typeface="Times New Roman" panose="02020603050405020304" pitchFamily="18" charset="0"/>
              </a:rPr>
              <a:t>инвестиции 83 600 руб., годовая экономическая выгода 12 000 руб., срок окупаемости</a:t>
            </a:r>
            <a:r>
              <a:rPr lang="en-US" sz="4800" b="0" dirty="0">
                <a:latin typeface="Times New Roman" panose="02020603050405020304" pitchFamily="18" charset="0"/>
                <a:cs typeface="Times New Roman" panose="02020603050405020304" pitchFamily="18" charset="0"/>
              </a:rPr>
              <a:t> 2.5 </a:t>
            </a:r>
            <a:r>
              <a:rPr lang="ru-RU" sz="4800" b="0" dirty="0">
                <a:latin typeface="Times New Roman" panose="02020603050405020304" pitchFamily="18" charset="0"/>
                <a:cs typeface="Times New Roman" panose="02020603050405020304" pitchFamily="18" charset="0"/>
              </a:rPr>
              <a:t>года.</a:t>
            </a:r>
          </a:p>
          <a:p>
            <a:pPr algn="just"/>
            <a:r>
              <a:rPr lang="ru-RU" sz="4800" dirty="0">
                <a:solidFill>
                  <a:schemeClr val="accent1">
                    <a:lumMod val="75000"/>
                  </a:schemeClr>
                </a:solidFill>
                <a:latin typeface="Times New Roman" panose="02020603050405020304" pitchFamily="18" charset="0"/>
                <a:cs typeface="Times New Roman" panose="02020603050405020304" pitchFamily="18" charset="0"/>
              </a:rPr>
              <a:t>Итог:</a:t>
            </a:r>
          </a:p>
          <a:p>
            <a:pPr algn="just"/>
            <a:r>
              <a:rPr lang="ru-RU" sz="4800" b="0" dirty="0">
                <a:latin typeface="Times New Roman" panose="02020603050405020304" pitchFamily="18" charset="0"/>
                <a:cs typeface="Times New Roman" panose="02020603050405020304" pitchFamily="18" charset="0"/>
              </a:rPr>
              <a:t>Цель дипломного проекта достигнута полностью.</a:t>
            </a:r>
          </a:p>
        </p:txBody>
      </p:sp>
    </p:spTree>
    <p:extLst>
      <p:ext uri="{BB962C8B-B14F-4D97-AF65-F5344CB8AC3E}">
        <p14:creationId xmlns:p14="http://schemas.microsoft.com/office/powerpoint/2010/main" val="2258394219"/>
      </p:ext>
    </p:extLst>
  </p:cSld>
  <p:clrMapOvr>
    <a:masterClrMapping/>
  </p:clrMapOvr>
  <p:transition spd="med"/>
</p:sld>
</file>

<file path=ppt/theme/theme1.xml><?xml version="1.0" encoding="utf-8"?>
<a:theme xmlns:a="http://schemas.openxmlformats.org/drawingml/2006/main" name="White">
  <a:themeElements>
    <a:clrScheme name="Другая 2">
      <a:dk1>
        <a:srgbClr val="232422"/>
      </a:dk1>
      <a:lt1>
        <a:srgbClr val="FFFFFF"/>
      </a:lt1>
      <a:dk2>
        <a:srgbClr val="7E8089"/>
      </a:dk2>
      <a:lt2>
        <a:srgbClr val="EFF0EF"/>
      </a:lt2>
      <a:accent1>
        <a:srgbClr val="C81240"/>
      </a:accent1>
      <a:accent2>
        <a:srgbClr val="A00F33"/>
      </a:accent2>
      <a:accent3>
        <a:srgbClr val="D3E0E4"/>
      </a:accent3>
      <a:accent4>
        <a:srgbClr val="29345B"/>
      </a:accent4>
      <a:accent5>
        <a:srgbClr val="171F29"/>
      </a:accent5>
      <a:accent6>
        <a:srgbClr val="B3B6BA"/>
      </a:accent6>
      <a:hlink>
        <a:srgbClr val="7E8089"/>
      </a:hlink>
      <a:folHlink>
        <a:srgbClr val="93969C"/>
      </a:folHlink>
    </a:clrScheme>
    <a:fontScheme name="Academy">
      <a:majorFont>
        <a:latin typeface="Montserrat SemiBold"/>
        <a:ea typeface="Helvetica Neue Medium"/>
        <a:cs typeface="Helvetica Neue Medium"/>
      </a:majorFont>
      <a:minorFont>
        <a:latin typeface="Montserrat"/>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FDD66"/>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Специальное оформление">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FDD66"/>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14542</TotalTime>
  <Words>210</Words>
  <Application>Microsoft Office PowerPoint</Application>
  <PresentationFormat>Произвольный</PresentationFormat>
  <Paragraphs>48</Paragraphs>
  <Slides>21</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2</vt:i4>
      </vt:variant>
      <vt:variant>
        <vt:lpstr>Заголовки слайдов</vt:lpstr>
      </vt:variant>
      <vt:variant>
        <vt:i4>21</vt:i4>
      </vt:variant>
    </vt:vector>
  </HeadingPairs>
  <TitlesOfParts>
    <vt:vector size="29" baseType="lpstr">
      <vt:lpstr>Arial</vt:lpstr>
      <vt:lpstr>Arial Black</vt:lpstr>
      <vt:lpstr>Calibri</vt:lpstr>
      <vt:lpstr>Calibri Light</vt:lpstr>
      <vt:lpstr>Helvetica Neue</vt:lpstr>
      <vt:lpstr>Times New Roman</vt:lpstr>
      <vt:lpstr>White</vt:lpstr>
      <vt:lpstr>Специальное оформление</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werewolf</dc:creator>
  <cp:lastModifiedBy>Елена Самаричева</cp:lastModifiedBy>
  <cp:revision>526</cp:revision>
  <cp:lastPrinted>2024-05-06T13:42:22Z</cp:lastPrinted>
  <dcterms:modified xsi:type="dcterms:W3CDTF">2026-06-14T10:21:59Z</dcterms:modified>
</cp:coreProperties>
</file>